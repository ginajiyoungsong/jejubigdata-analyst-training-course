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7" r:id="rId2"/>
    <p:sldId id="259" r:id="rId3"/>
    <p:sldId id="258" r:id="rId4"/>
    <p:sldId id="261" r:id="rId5"/>
    <p:sldId id="260" r:id="rId6"/>
    <p:sldId id="268" r:id="rId7"/>
    <p:sldId id="262" r:id="rId8"/>
    <p:sldId id="269" r:id="rId9"/>
    <p:sldId id="270" r:id="rId10"/>
    <p:sldId id="271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1BB04F-7B79-46DF-AFA4-E30E3A1B48EC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1F042E-AC2D-4F14-9082-A5FEBE4FA62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149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4AC89E0-8C0D-4301-AAD3-510E969C98FF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273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9646A0-2891-432B-BE70-738AAD90D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629AE48-4A94-4B44-9360-53138C45B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53DEC0-0930-418A-BE18-EB60C5FC5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57F13-0420-4E37-A66F-9374CDF30102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632F0BD-BC66-4E7E-8F23-D2B7E0612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C3DF19-5841-4C28-98D4-1030F794A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A2D84-EAE1-4390-9015-37012F790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031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9E5E45-6062-473E-BE18-B43FEE8CF5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89942D-7786-4A0E-9863-0F7EABE72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DF027EC-7AF2-4E7E-A6EE-8392BE38E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57F13-0420-4E37-A66F-9374CDF30102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D2597DC-CA02-4309-8460-54BD6A299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A94801-0C9A-4C1F-AA1B-AE2713DD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A2D84-EAE1-4390-9015-37012F790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2477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498117-54C1-4F3C-AFEA-6585E54DE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A835BC-9D02-4E6E-A017-56F1528C8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9153F-D480-45C0-AA9C-D2AF184B3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57F13-0420-4E37-A66F-9374CDF30102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3473C1-C874-47D1-A45F-D55E25267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1592855-4BF1-40E4-95D6-2121A424D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A2D84-EAE1-4390-9015-37012F790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32515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AF2DC-F2E3-4923-B8DB-0926264FD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7C81AFE-B389-4109-8E44-BDDAA11128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3FB2A95-7143-4330-8055-AA9480903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22FC375-A72B-4F33-9E6D-21E99BA00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57F13-0420-4E37-A66F-9374CDF30102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17650E-2AF2-4128-BB28-4E25C14B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D51B04-C2A3-492C-BEE9-618B35C01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A2D84-EAE1-4390-9015-37012F790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702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2FE148-16DF-4454-B327-9DB9D2CAB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74A886-AFC3-43A7-8384-811141395C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2D212D2-F609-4B08-84E0-3B0F680F3E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5412ECFF-D82E-4780-A400-1CE0DA3951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FD3E562-B615-4AC2-801A-CB37BC4D89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9FC01AD-64C3-4B12-9893-966D703A4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57F13-0420-4E37-A66F-9374CDF30102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28A3EF0-56A5-498E-8A54-0ECF4A93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E24A7F-41E3-4B5D-8A86-DD9D80B7F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A2D84-EAE1-4390-9015-37012F790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36331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02D38D-3F0F-4325-B8BA-76624CDA1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101EA3E-042B-4C66-BD5B-3A27005FD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57F13-0420-4E37-A66F-9374CDF30102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60CD611-E147-4C99-91E5-EA8E7B4FB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712A827-BA1B-4728-BE15-1777A017E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A2D84-EAE1-4390-9015-37012F790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17753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53D9264-4A98-4AD7-9F0D-8288C93F2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57F13-0420-4E37-A66F-9374CDF30102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8EA8180-2174-4004-AC05-0DE200A4F0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203B94-2CAA-47C8-98BC-9E410047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A2D84-EAE1-4390-9015-37012F790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6417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D7433C-C7D5-4AA1-A4CA-C26C5AEDED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743A88-15AD-4AAA-A03E-82846DFB1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A545469-17C7-4C10-97A5-147B7E3BFC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DEC2B6-AEE9-49E3-A4DE-BCFC29312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57F13-0420-4E37-A66F-9374CDF30102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B86F286-0B21-4C05-B065-AB77356A3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CA36052-8388-49CA-BE26-7421482D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A2D84-EAE1-4390-9015-37012F790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42323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51F1D2-35A7-41DB-97BC-4C3116E48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85E6808-B44E-4B4E-9A25-6C70CEDDA8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9A48EC-E151-4F87-B147-C35C25CC88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288432-E794-4BCE-8D22-C2FB36FEB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57F13-0420-4E37-A66F-9374CDF30102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86B0BCF-9B07-44F5-8CB0-883649750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3C92D0-A3EB-478F-9973-0F502B0C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A2D84-EAE1-4390-9015-37012F790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4775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00BAD-3888-462B-A2F3-5ABED89B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E0867A-4C18-4C9E-832A-B84BBEC7F4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07F394-3E9B-46AD-9C0F-A2CC8AA77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57F13-0420-4E37-A66F-9374CDF30102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DABCD6-BC6D-4993-B25E-FAAE3EED1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812A43-F551-4BDF-B029-9CEC0A136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A2D84-EAE1-4390-9015-37012F790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4505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DB756EC-E754-483C-850A-B97E0F547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D08D318-37C2-4C26-B460-ED128AB334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475F306-4222-434B-8E6C-0B06409E5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57F13-0420-4E37-A66F-9374CDF30102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9CBD62-5149-41A2-8A15-95C5B833E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40DF71-624A-46B4-B867-743F03BAC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1A2D84-EAE1-4390-9015-37012F790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899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52A585-8924-4891-BD71-010FF5C9F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1EDDBF-A677-4DEA-8C07-E49510041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1ACF14-C4F0-4563-BAB9-62973DBCED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557F13-0420-4E37-A66F-9374CDF30102}" type="datetimeFigureOut">
              <a:rPr lang="ko-KR" altLang="en-US" smtClean="0"/>
              <a:t>2019-12-26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16A1BA-AE19-4B8C-81C4-54D5B5AC2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F53518-4F1D-4C7A-9610-FF9BBFB4AC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1A2D84-EAE1-4390-9015-37012F79026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341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88AE89A-109A-4700-8EA5-C7BA373532F2}"/>
              </a:ext>
            </a:extLst>
          </p:cNvPr>
          <p:cNvSpPr txBox="1"/>
          <p:nvPr/>
        </p:nvSpPr>
        <p:spPr>
          <a:xfrm>
            <a:off x="397342" y="4437134"/>
            <a:ext cx="7237172" cy="6970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</a:rPr>
              <a:t> 네덜란드의 귀도 반 </a:t>
            </a:r>
            <a:r>
              <a:rPr lang="ko-KR" altLang="en-US" sz="1400" dirty="0" err="1">
                <a:latin typeface="+mn-ea"/>
              </a:rPr>
              <a:t>로섬이</a:t>
            </a:r>
            <a:r>
              <a:rPr lang="ko-KR" altLang="en-US" sz="1400" dirty="0">
                <a:latin typeface="+mn-ea"/>
              </a:rPr>
              <a:t> 만든 오픈소스 프로그래밍 언어</a:t>
            </a:r>
            <a:endParaRPr lang="en-US" altLang="ko-KR" sz="1400" dirty="0">
              <a:latin typeface="+mn-ea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인터프리터 형 대화식 언어로서 배우기 쉬운 언어</a:t>
            </a:r>
            <a:endParaRPr lang="en-US" altLang="ko-KR" sz="1400" dirty="0">
              <a:latin typeface="+mn-ea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3998EE-16D1-4EB3-A874-C716F57D59F0}"/>
              </a:ext>
            </a:extLst>
          </p:cNvPr>
          <p:cNvSpPr txBox="1"/>
          <p:nvPr/>
        </p:nvSpPr>
        <p:spPr>
          <a:xfrm>
            <a:off x="6337" y="392565"/>
            <a:ext cx="2153795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프로그램</a:t>
            </a:r>
            <a:r>
              <a:rPr lang="en-US" altLang="ko-KR" sz="1400" dirty="0">
                <a:latin typeface="+mn-ea"/>
              </a:rPr>
              <a:t>(program)</a:t>
            </a:r>
            <a:r>
              <a:rPr lang="ko-KR" altLang="en-US" sz="1400" dirty="0">
                <a:latin typeface="+mn-ea"/>
              </a:rPr>
              <a:t>이란</a:t>
            </a:r>
            <a:r>
              <a:rPr lang="en-US" altLang="ko-KR" sz="1400" dirty="0">
                <a:latin typeface="+mn-ea"/>
              </a:rPr>
              <a:t>?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FC53BF2-3043-40F7-BCF1-2A4D54D05EDC}"/>
              </a:ext>
            </a:extLst>
          </p:cNvPr>
          <p:cNvSpPr txBox="1"/>
          <p:nvPr/>
        </p:nvSpPr>
        <p:spPr>
          <a:xfrm>
            <a:off x="278249" y="707876"/>
            <a:ext cx="6542176" cy="33361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dirty="0">
                <a:latin typeface="+mn-ea"/>
              </a:rPr>
              <a:t>  컴퓨터에 사용자가 원하는 어떤 결과를  실행시키기 위해 순차적으로 작성된 명령어 집합 </a:t>
            </a:r>
            <a:endParaRPr lang="en-US" altLang="ko-KR" sz="1200" dirty="0">
              <a:latin typeface="+mn-e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4259A2B-9CFD-4005-9A92-1F3BF98FE7C3}"/>
              </a:ext>
            </a:extLst>
          </p:cNvPr>
          <p:cNvSpPr txBox="1"/>
          <p:nvPr/>
        </p:nvSpPr>
        <p:spPr>
          <a:xfrm>
            <a:off x="218225" y="1533251"/>
            <a:ext cx="1766830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프로그래밍 </a:t>
            </a:r>
            <a:r>
              <a:rPr lang="ko-KR" altLang="en-US" sz="1400" dirty="0" err="1">
                <a:latin typeface="+mn-ea"/>
              </a:rPr>
              <a:t>언어란</a:t>
            </a:r>
            <a:r>
              <a:rPr lang="en-US" altLang="ko-KR" sz="1400" dirty="0">
                <a:latin typeface="+mn-ea"/>
              </a:rPr>
              <a:t>?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835FEF4-784B-4DFA-A129-129957632BF0}"/>
              </a:ext>
            </a:extLst>
          </p:cNvPr>
          <p:cNvSpPr txBox="1"/>
          <p:nvPr/>
        </p:nvSpPr>
        <p:spPr>
          <a:xfrm>
            <a:off x="519357" y="1843496"/>
            <a:ext cx="9267281" cy="88761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dirty="0">
                <a:latin typeface="+mn-ea"/>
              </a:rPr>
              <a:t>  컴퓨터는 </a:t>
            </a:r>
            <a:r>
              <a:rPr lang="en-US" altLang="ko-KR" sz="1200" dirty="0">
                <a:latin typeface="+mn-ea"/>
              </a:rPr>
              <a:t>0 </a:t>
            </a:r>
            <a:r>
              <a:rPr lang="ko-KR" altLang="en-US" sz="1200" dirty="0">
                <a:latin typeface="+mn-ea"/>
              </a:rPr>
              <a:t>과 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 두 숫자밖에 이해하지 못함</a:t>
            </a:r>
            <a:endParaRPr lang="en-US" altLang="ko-KR" sz="1200" dirty="0">
              <a:latin typeface="+mn-ea"/>
            </a:endParaRP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이런 컴퓨터를 사용자가 필요에 의해 </a:t>
            </a:r>
            <a:r>
              <a:rPr lang="ko-KR" altLang="en-US" sz="1200" dirty="0" err="1">
                <a:latin typeface="+mn-ea"/>
              </a:rPr>
              <a:t>구동시키려하면</a:t>
            </a:r>
            <a:r>
              <a:rPr lang="ko-KR" altLang="en-US" sz="1200" dirty="0">
                <a:latin typeface="+mn-ea"/>
              </a:rPr>
              <a:t> 컴퓨터와 의사소통이 필요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우리도 친구들과 이야기를 하면서 </a:t>
            </a:r>
            <a:r>
              <a:rPr lang="ko-KR" altLang="en-US" sz="1200" dirty="0" err="1">
                <a:latin typeface="+mn-ea"/>
              </a:rPr>
              <a:t>의사소통하죠</a:t>
            </a:r>
            <a:r>
              <a:rPr lang="en-US" altLang="ko-KR" sz="1200" dirty="0">
                <a:latin typeface="+mn-ea"/>
              </a:rPr>
              <a:t>?)</a:t>
            </a:r>
          </a:p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의사소통을 위한 언어는 크게 두 가지로 나뉨 </a:t>
            </a:r>
            <a:r>
              <a:rPr lang="en-US" altLang="ko-KR" sz="1200" dirty="0">
                <a:latin typeface="+mn-ea"/>
              </a:rPr>
              <a:t>– </a:t>
            </a:r>
            <a:r>
              <a:rPr lang="ko-KR" altLang="en-US" sz="1200" dirty="0">
                <a:latin typeface="+mn-ea"/>
              </a:rPr>
              <a:t>컴퓨터와 똑같이 의사소통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기계어</a:t>
            </a:r>
            <a:r>
              <a:rPr lang="en-US" altLang="ko-KR" sz="1200" dirty="0">
                <a:latin typeface="+mn-ea"/>
              </a:rPr>
              <a:t>), </a:t>
            </a:r>
            <a:r>
              <a:rPr lang="ko-KR" altLang="en-US" sz="1200" dirty="0">
                <a:latin typeface="+mn-ea"/>
              </a:rPr>
              <a:t>사용자 중심의 의사소통</a:t>
            </a:r>
            <a:r>
              <a:rPr lang="en-US" altLang="ko-KR" sz="1200" dirty="0">
                <a:latin typeface="+mn-ea"/>
              </a:rPr>
              <a:t>(</a:t>
            </a:r>
            <a:r>
              <a:rPr lang="ko-KR" altLang="en-US" sz="1200" dirty="0">
                <a:latin typeface="+mn-ea"/>
              </a:rPr>
              <a:t>고급언어</a:t>
            </a:r>
            <a:r>
              <a:rPr lang="en-US" altLang="ko-KR" sz="1200" dirty="0">
                <a:latin typeface="+mn-ea"/>
              </a:rPr>
              <a:t>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7888BA-C3E6-45AF-A50D-AFA3B7DE59D0}"/>
              </a:ext>
            </a:extLst>
          </p:cNvPr>
          <p:cNvSpPr txBox="1"/>
          <p:nvPr/>
        </p:nvSpPr>
        <p:spPr>
          <a:xfrm>
            <a:off x="1294689" y="3178540"/>
            <a:ext cx="986167" cy="30777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코딩이란</a:t>
            </a:r>
            <a:r>
              <a:rPr lang="en-US" altLang="ko-KR" sz="1400" dirty="0">
                <a:latin typeface="+mn-ea"/>
              </a:rPr>
              <a:t>?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0" name="화살표: 아래쪽 19">
            <a:extLst>
              <a:ext uri="{FF2B5EF4-FFF2-40B4-BE49-F238E27FC236}">
                <a16:creationId xmlns:a16="http://schemas.microsoft.com/office/drawing/2014/main" id="{6355DA72-0548-489E-B66C-E2977553B76C}"/>
              </a:ext>
            </a:extLst>
          </p:cNvPr>
          <p:cNvSpPr/>
          <p:nvPr/>
        </p:nvSpPr>
        <p:spPr>
          <a:xfrm>
            <a:off x="928148" y="1145602"/>
            <a:ext cx="944950" cy="33361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71D511-F3FB-4F49-B4B1-422FF93C02B7}"/>
              </a:ext>
            </a:extLst>
          </p:cNvPr>
          <p:cNvSpPr txBox="1"/>
          <p:nvPr/>
        </p:nvSpPr>
        <p:spPr>
          <a:xfrm>
            <a:off x="1409022" y="3508922"/>
            <a:ext cx="6016391" cy="3693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200" dirty="0">
                <a:latin typeface="+mn-ea"/>
              </a:rPr>
              <a:t>  프로그램 언어를 이용하여 약속된 규칙대로 프로그램을 작성하는 작업과정을 의미</a:t>
            </a:r>
            <a:endParaRPr lang="en-US" altLang="ko-KR" sz="1200" dirty="0">
              <a:latin typeface="+mn-ea"/>
            </a:endParaRP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17C96443-4750-4D27-BB86-17ED2894FFF7}"/>
              </a:ext>
            </a:extLst>
          </p:cNvPr>
          <p:cNvSpPr/>
          <p:nvPr/>
        </p:nvSpPr>
        <p:spPr>
          <a:xfrm>
            <a:off x="1426128" y="2731111"/>
            <a:ext cx="986167" cy="38211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920A428-AA81-405A-9FF6-540C7D70657B}"/>
              </a:ext>
            </a:extLst>
          </p:cNvPr>
          <p:cNvSpPr txBox="1"/>
          <p:nvPr/>
        </p:nvSpPr>
        <p:spPr>
          <a:xfrm>
            <a:off x="40201" y="4196182"/>
            <a:ext cx="1021946" cy="307777"/>
          </a:xfrm>
          <a:prstGeom prst="rect">
            <a:avLst/>
          </a:prstGeom>
          <a:solidFill>
            <a:schemeClr val="accent6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python</a:t>
            </a:r>
            <a:r>
              <a:rPr lang="ko-KR" altLang="en-US" sz="1400" dirty="0">
                <a:latin typeface="+mn-ea"/>
              </a:rPr>
              <a:t>은</a:t>
            </a:r>
            <a:r>
              <a:rPr lang="en-US" altLang="ko-KR" sz="1400" dirty="0">
                <a:latin typeface="+mn-ea"/>
              </a:rPr>
              <a:t>?</a:t>
            </a:r>
            <a:endParaRPr lang="ko-KR" altLang="en-US" sz="1400" dirty="0">
              <a:latin typeface="+mn-ea"/>
            </a:endParaRPr>
          </a:p>
        </p:txBody>
      </p:sp>
      <p:sp>
        <p:nvSpPr>
          <p:cNvPr id="24" name="모서리가 둥근 직사각형 75">
            <a:extLst>
              <a:ext uri="{FF2B5EF4-FFF2-40B4-BE49-F238E27FC236}">
                <a16:creationId xmlns:a16="http://schemas.microsoft.com/office/drawing/2014/main" id="{3AC03BD8-BC73-40E3-9EE0-66D09CA54C2B}"/>
              </a:ext>
            </a:extLst>
          </p:cNvPr>
          <p:cNvSpPr/>
          <p:nvPr/>
        </p:nvSpPr>
        <p:spPr>
          <a:xfrm>
            <a:off x="218225" y="5391701"/>
            <a:ext cx="8072494" cy="1071570"/>
          </a:xfrm>
          <a:prstGeom prst="roundRect">
            <a:avLst>
              <a:gd name="adj" fmla="val 7760"/>
            </a:avLst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+mn-ea"/>
            </a:endParaRPr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245F4B6E-2D19-479A-BCDC-179504124C30}"/>
              </a:ext>
            </a:extLst>
          </p:cNvPr>
          <p:cNvCxnSpPr>
            <a:stCxn id="28" idx="3"/>
            <a:endCxn id="26" idx="1"/>
          </p:cNvCxnSpPr>
          <p:nvPr/>
        </p:nvCxnSpPr>
        <p:spPr>
          <a:xfrm>
            <a:off x="1922157" y="5998704"/>
            <a:ext cx="325336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75DDD429-A84F-46B4-A8EB-CE0F98827DE5}"/>
              </a:ext>
            </a:extLst>
          </p:cNvPr>
          <p:cNvSpPr txBox="1"/>
          <p:nvPr/>
        </p:nvSpPr>
        <p:spPr>
          <a:xfrm>
            <a:off x="5175517" y="5829427"/>
            <a:ext cx="100540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+mn-ea"/>
                <a:ea typeface="+mn-ea"/>
              </a:rPr>
              <a:t>실행파일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D6542EC-CC21-4F0A-92B2-C8810C8E57F6}"/>
              </a:ext>
            </a:extLst>
          </p:cNvPr>
          <p:cNvSpPr txBox="1"/>
          <p:nvPr/>
        </p:nvSpPr>
        <p:spPr>
          <a:xfrm>
            <a:off x="1938286" y="5490873"/>
            <a:ext cx="954107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  <a:ea typeface="+mn-ea"/>
              </a:rPr>
              <a:t>인터프리터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323FD0F-1458-40A8-B000-D4882E377E89}"/>
              </a:ext>
            </a:extLst>
          </p:cNvPr>
          <p:cNvSpPr txBox="1"/>
          <p:nvPr/>
        </p:nvSpPr>
        <p:spPr>
          <a:xfrm>
            <a:off x="434249" y="5829427"/>
            <a:ext cx="1487908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ko-KR" altLang="en-US" sz="1600" dirty="0">
                <a:latin typeface="+mn-ea"/>
                <a:ea typeface="+mn-ea"/>
              </a:rPr>
              <a:t>소스 프로그램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8DEB9F11-D6E9-456F-814A-AFA336EB9D68}"/>
              </a:ext>
            </a:extLst>
          </p:cNvPr>
          <p:cNvCxnSpPr>
            <a:stCxn id="27" idx="2"/>
          </p:cNvCxnSpPr>
          <p:nvPr/>
        </p:nvCxnSpPr>
        <p:spPr>
          <a:xfrm rot="16200000" flipH="1">
            <a:off x="2326405" y="5856806"/>
            <a:ext cx="195333" cy="1746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965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88E378-836D-4286-B147-A5C4EA42EFA7}"/>
              </a:ext>
            </a:extLst>
          </p:cNvPr>
          <p:cNvSpPr txBox="1"/>
          <p:nvPr/>
        </p:nvSpPr>
        <p:spPr>
          <a:xfrm>
            <a:off x="339420" y="919753"/>
            <a:ext cx="9399666" cy="69705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400" dirty="0">
                <a:latin typeface="+mn-ea"/>
              </a:rPr>
              <a:t>input()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–</a:t>
            </a:r>
            <a:r>
              <a:rPr lang="ko-KR" altLang="en-US" sz="1400" dirty="0">
                <a:latin typeface="+mn-ea"/>
              </a:rPr>
              <a:t> 키보드로부터 숫자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문자열을 </a:t>
            </a:r>
            <a:r>
              <a:rPr lang="ko-KR" altLang="en-US" sz="1400" dirty="0" err="1">
                <a:latin typeface="+mn-ea"/>
              </a:rPr>
              <a:t>입력받는</a:t>
            </a:r>
            <a:r>
              <a:rPr lang="ko-KR" altLang="en-US" sz="1400" dirty="0">
                <a:latin typeface="+mn-ea"/>
              </a:rPr>
              <a:t> 함수</a:t>
            </a:r>
            <a:endParaRPr lang="en-US" altLang="ko-KR" sz="1400" dirty="0">
              <a:latin typeface="+mn-ea"/>
            </a:endParaRPr>
          </a:p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형식 </a:t>
            </a:r>
            <a:r>
              <a:rPr lang="en-US" altLang="ko-KR" sz="1400" dirty="0">
                <a:latin typeface="+mn-ea"/>
                <a:ea typeface="+mn-ea"/>
              </a:rPr>
              <a:t>– </a:t>
            </a:r>
            <a:r>
              <a:rPr lang="ko-KR" altLang="en-US" sz="1400" dirty="0">
                <a:latin typeface="+mn-ea"/>
                <a:ea typeface="+mn-ea"/>
              </a:rPr>
              <a:t>변수</a:t>
            </a:r>
            <a:r>
              <a:rPr lang="en-US" altLang="ko-KR" sz="1400" dirty="0">
                <a:latin typeface="+mn-ea"/>
                <a:ea typeface="+mn-ea"/>
              </a:rPr>
              <a:t>=input(“</a:t>
            </a:r>
            <a:r>
              <a:rPr lang="ko-KR" altLang="en-US" sz="1400" dirty="0">
                <a:latin typeface="+mn-ea"/>
                <a:ea typeface="+mn-ea"/>
              </a:rPr>
              <a:t>표시할 문자열“</a:t>
            </a:r>
            <a:r>
              <a:rPr lang="en-US" altLang="ko-KR" sz="1400" dirty="0">
                <a:latin typeface="+mn-ea"/>
                <a:ea typeface="+mn-ea"/>
              </a:rPr>
              <a:t>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96AD3-08B8-4168-AFFE-A72601FAAB66}"/>
              </a:ext>
            </a:extLst>
          </p:cNvPr>
          <p:cNvSpPr txBox="1"/>
          <p:nvPr/>
        </p:nvSpPr>
        <p:spPr>
          <a:xfrm>
            <a:off x="179512" y="611777"/>
            <a:ext cx="1508746" cy="341568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dirty="0">
                <a:latin typeface="+mn-ea"/>
              </a:rPr>
              <a:t>입력함수</a:t>
            </a:r>
            <a:r>
              <a:rPr lang="en-US" altLang="ko-KR" sz="1400" dirty="0">
                <a:latin typeface="+mn-ea"/>
              </a:rPr>
              <a:t>-input()</a:t>
            </a:r>
            <a:endParaRPr lang="ko-KR" altLang="en-US" sz="1400" dirty="0">
              <a:latin typeface="+mn-e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24F53-934D-4B13-AD80-F2F9F313CB23}"/>
              </a:ext>
            </a:extLst>
          </p:cNvPr>
          <p:cNvSpPr txBox="1"/>
          <p:nvPr/>
        </p:nvSpPr>
        <p:spPr>
          <a:xfrm>
            <a:off x="339420" y="2226040"/>
            <a:ext cx="7832980" cy="697050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400" dirty="0">
                <a:latin typeface="+mn-ea"/>
                <a:ea typeface="+mn-ea"/>
              </a:rPr>
              <a:t>print() – </a:t>
            </a:r>
            <a:r>
              <a:rPr lang="ko-KR" altLang="en-US" sz="1400" dirty="0">
                <a:latin typeface="+mn-ea"/>
                <a:ea typeface="+mn-ea"/>
              </a:rPr>
              <a:t>프로그램의 실행결과를 화면에 표시해주는 함수</a:t>
            </a:r>
            <a:endParaRPr lang="en-US" altLang="ko-KR" sz="1400" dirty="0">
              <a:latin typeface="+mn-ea"/>
              <a:ea typeface="+mn-ea"/>
            </a:endParaRPr>
          </a:p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sym typeface="Wingdings" pitchFamily="2" charset="2"/>
              </a:rPr>
              <a:t>형식 </a:t>
            </a:r>
            <a:r>
              <a:rPr lang="en-US" altLang="ko-KR" sz="1400" dirty="0">
                <a:latin typeface="+mn-ea"/>
                <a:sym typeface="Wingdings" pitchFamily="2" charset="2"/>
              </a:rPr>
              <a:t>– print(</a:t>
            </a:r>
            <a:r>
              <a:rPr lang="ko-KR" altLang="en-US" sz="1400" dirty="0" err="1">
                <a:latin typeface="+mn-ea"/>
                <a:sym typeface="Wingdings" pitchFamily="2" charset="2"/>
              </a:rPr>
              <a:t>출력값</a:t>
            </a:r>
            <a:r>
              <a:rPr lang="en-US" altLang="ko-KR" sz="1400" dirty="0">
                <a:latin typeface="+mn-ea"/>
                <a:sym typeface="Wingdings" pitchFamily="2" charset="2"/>
              </a:rPr>
              <a:t>,…,</a:t>
            </a:r>
            <a:r>
              <a:rPr lang="en-US" altLang="ko-KR" sz="1400" dirty="0" err="1">
                <a:latin typeface="+mn-ea"/>
                <a:sym typeface="Wingdings" pitchFamily="2" charset="2"/>
              </a:rPr>
              <a:t>sep</a:t>
            </a:r>
            <a:r>
              <a:rPr lang="en-US" altLang="ko-KR" sz="1400" dirty="0">
                <a:latin typeface="+mn-ea"/>
                <a:sym typeface="Wingdings" pitchFamily="2" charset="2"/>
              </a:rPr>
              <a:t>=“</a:t>
            </a:r>
            <a:r>
              <a:rPr lang="ko-KR" altLang="en-US" sz="1400" dirty="0">
                <a:latin typeface="+mn-ea"/>
                <a:sym typeface="Wingdings" pitchFamily="2" charset="2"/>
              </a:rPr>
              <a:t>구분기호</a:t>
            </a:r>
            <a:r>
              <a:rPr lang="en-US" altLang="ko-KR" sz="1400" dirty="0">
                <a:latin typeface="+mn-ea"/>
                <a:sym typeface="Wingdings" pitchFamily="2" charset="2"/>
              </a:rPr>
              <a:t>”,end=“</a:t>
            </a:r>
            <a:r>
              <a:rPr lang="ko-KR" altLang="en-US" sz="1400" dirty="0">
                <a:latin typeface="+mn-ea"/>
                <a:sym typeface="Wingdings" pitchFamily="2" charset="2"/>
              </a:rPr>
              <a:t>마지막에 표시할 기호“</a:t>
            </a:r>
            <a:r>
              <a:rPr lang="en-US" altLang="ko-KR" sz="1400" dirty="0">
                <a:latin typeface="+mn-ea"/>
                <a:sym typeface="Wingdings" pitchFamily="2" charset="2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10EBBF-E2F6-451B-AA79-867AC02A797C}"/>
              </a:ext>
            </a:extLst>
          </p:cNvPr>
          <p:cNvSpPr txBox="1"/>
          <p:nvPr/>
        </p:nvSpPr>
        <p:spPr>
          <a:xfrm>
            <a:off x="339420" y="1929881"/>
            <a:ext cx="1468672" cy="341568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dirty="0">
                <a:latin typeface="+mn-ea"/>
              </a:rPr>
              <a:t>출력함수</a:t>
            </a:r>
            <a:r>
              <a:rPr lang="en-US" altLang="ko-KR" sz="1400" dirty="0">
                <a:latin typeface="+mn-ea"/>
              </a:rPr>
              <a:t>-print()</a:t>
            </a:r>
            <a:endParaRPr lang="ko-KR" altLang="en-US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16417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18F42D09-C956-475D-9A11-7BC8EA813F27}"/>
              </a:ext>
            </a:extLst>
          </p:cNvPr>
          <p:cNvSpPr txBox="1"/>
          <p:nvPr/>
        </p:nvSpPr>
        <p:spPr>
          <a:xfrm>
            <a:off x="214282" y="159657"/>
            <a:ext cx="2249334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+mj-ea"/>
                <a:ea typeface="+mj-ea"/>
              </a:rPr>
              <a:t>계산식  또는 수식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306723C-8A34-4E7B-A0B8-CC5832B36617}"/>
              </a:ext>
            </a:extLst>
          </p:cNvPr>
          <p:cNvSpPr txBox="1"/>
          <p:nvPr/>
        </p:nvSpPr>
        <p:spPr>
          <a:xfrm>
            <a:off x="196806" y="3988256"/>
            <a:ext cx="1467068" cy="4001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sz="2000" dirty="0">
                <a:latin typeface="+mj-ea"/>
                <a:ea typeface="+mj-ea"/>
              </a:rPr>
              <a:t>산술연산자</a:t>
            </a: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735DF3E-9D33-4F66-A1D8-3790E118F3B9}"/>
              </a:ext>
            </a:extLst>
          </p:cNvPr>
          <p:cNvSpPr/>
          <p:nvPr/>
        </p:nvSpPr>
        <p:spPr>
          <a:xfrm>
            <a:off x="1609702" y="842286"/>
            <a:ext cx="4791100" cy="2460625"/>
          </a:xfrm>
          <a:prstGeom prst="ellipse">
            <a:avLst/>
          </a:prstGeom>
          <a:gradFill flip="none" rotWithShape="1">
            <a:gsLst>
              <a:gs pos="0">
                <a:schemeClr val="accent5">
                  <a:lumMod val="40000"/>
                  <a:lumOff val="60000"/>
                  <a:shade val="30000"/>
                  <a:satMod val="115000"/>
                </a:schemeClr>
              </a:gs>
              <a:gs pos="50000">
                <a:schemeClr val="accent5">
                  <a:lumMod val="40000"/>
                  <a:lumOff val="60000"/>
                  <a:shade val="67500"/>
                  <a:satMod val="115000"/>
                </a:schemeClr>
              </a:gs>
              <a:gs pos="100000">
                <a:schemeClr val="accent5">
                  <a:lumMod val="40000"/>
                  <a:lumOff val="60000"/>
                  <a:shade val="100000"/>
                  <a:satMod val="11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CCFBF779-561F-448C-8A83-23D49B93D4FA}"/>
              </a:ext>
            </a:extLst>
          </p:cNvPr>
          <p:cNvSpPr/>
          <p:nvPr/>
        </p:nvSpPr>
        <p:spPr>
          <a:xfrm>
            <a:off x="2026080" y="1272047"/>
            <a:ext cx="1428760" cy="1214446"/>
          </a:xfrm>
          <a:prstGeom prst="ellipse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551435B-E761-4A15-A68D-57D96B575BB5}"/>
              </a:ext>
            </a:extLst>
          </p:cNvPr>
          <p:cNvSpPr txBox="1"/>
          <p:nvPr/>
        </p:nvSpPr>
        <p:spPr>
          <a:xfrm>
            <a:off x="2311832" y="1629237"/>
            <a:ext cx="997389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덧셈</a:t>
            </a:r>
            <a:r>
              <a:rPr lang="en-US" altLang="ko-KR" sz="1200" dirty="0"/>
              <a:t>/</a:t>
            </a:r>
            <a:r>
              <a:rPr lang="ko-KR" altLang="en-US" sz="1200" dirty="0"/>
              <a:t>뺄셈</a:t>
            </a:r>
            <a:endParaRPr lang="en-US" altLang="ko-KR" sz="1200" dirty="0"/>
          </a:p>
          <a:p>
            <a:r>
              <a:rPr lang="ko-KR" altLang="en-US" sz="1200" dirty="0"/>
              <a:t>곱셈</a:t>
            </a:r>
            <a:r>
              <a:rPr lang="en-US" altLang="ko-KR" sz="1200" dirty="0"/>
              <a:t>/</a:t>
            </a:r>
            <a:r>
              <a:rPr lang="ko-KR" altLang="en-US" sz="1200" dirty="0"/>
              <a:t>나눗셈</a:t>
            </a:r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4E236934-12DB-4DE1-BB69-C92B04E36A97}"/>
              </a:ext>
            </a:extLst>
          </p:cNvPr>
          <p:cNvSpPr/>
          <p:nvPr/>
        </p:nvSpPr>
        <p:spPr>
          <a:xfrm>
            <a:off x="4497603" y="1387027"/>
            <a:ext cx="1428760" cy="1214446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AE0599-F0D7-4223-B187-ABBB3ECAE04A}"/>
              </a:ext>
            </a:extLst>
          </p:cNvPr>
          <p:cNvSpPr txBox="1"/>
          <p:nvPr/>
        </p:nvSpPr>
        <p:spPr>
          <a:xfrm>
            <a:off x="4632210" y="1672779"/>
            <a:ext cx="1168910" cy="646331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크다</a:t>
            </a:r>
            <a:r>
              <a:rPr lang="en-US" altLang="ko-KR" sz="1200" dirty="0"/>
              <a:t>/</a:t>
            </a:r>
            <a:r>
              <a:rPr lang="ko-KR" altLang="en-US" sz="1200" dirty="0"/>
              <a:t>작다</a:t>
            </a:r>
            <a:endParaRPr lang="en-US" altLang="ko-KR" sz="1200" dirty="0"/>
          </a:p>
          <a:p>
            <a:r>
              <a:rPr lang="ko-KR" altLang="en-US" sz="1200" dirty="0"/>
              <a:t>이상 </a:t>
            </a:r>
            <a:r>
              <a:rPr lang="en-US" altLang="ko-KR" sz="1200" dirty="0"/>
              <a:t>/ </a:t>
            </a:r>
            <a:r>
              <a:rPr lang="ko-KR" altLang="en-US" sz="1200" dirty="0"/>
              <a:t>이하</a:t>
            </a:r>
            <a:endParaRPr lang="en-US" altLang="ko-KR" sz="1200" dirty="0"/>
          </a:p>
          <a:p>
            <a:r>
              <a:rPr lang="ko-KR" altLang="en-US" sz="1200" dirty="0"/>
              <a:t>같다</a:t>
            </a:r>
            <a:r>
              <a:rPr lang="en-US" altLang="ko-KR" sz="1200" dirty="0"/>
              <a:t>/</a:t>
            </a:r>
            <a:r>
              <a:rPr lang="ko-KR" altLang="en-US" sz="1200" dirty="0"/>
              <a:t>같지않다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11C05C29-5514-4D3B-8405-A2BB033A74D6}"/>
              </a:ext>
            </a:extLst>
          </p:cNvPr>
          <p:cNvSpPr/>
          <p:nvPr/>
        </p:nvSpPr>
        <p:spPr>
          <a:xfrm>
            <a:off x="2068490" y="1315589"/>
            <a:ext cx="1285883" cy="28575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ko-KR" altLang="en-US" sz="1200" b="1" cap="none" spc="0" dirty="0" err="1">
                <a:ln w="11430">
                  <a:noFill/>
                </a:ln>
                <a:solidFill>
                  <a:srgbClr val="FF00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산술식</a:t>
            </a:r>
            <a:endParaRPr lang="en-US" altLang="ko-KR" sz="1200" b="1" cap="none" spc="0" dirty="0">
              <a:ln w="11430">
                <a:noFill/>
              </a:ln>
              <a:solidFill>
                <a:srgbClr val="FF000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ADA64EB-90E5-44DB-9B3D-E98AA9AEDDF8}"/>
              </a:ext>
            </a:extLst>
          </p:cNvPr>
          <p:cNvSpPr/>
          <p:nvPr/>
        </p:nvSpPr>
        <p:spPr>
          <a:xfrm>
            <a:off x="4569041" y="1387027"/>
            <a:ext cx="1285883" cy="28575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ko-KR" altLang="en-US" sz="1200" b="1" dirty="0">
                <a:ln w="11430">
                  <a:noFill/>
                </a:ln>
                <a:solidFill>
                  <a:srgbClr val="FF00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관계</a:t>
            </a:r>
            <a:r>
              <a:rPr lang="ko-KR" altLang="en-US" sz="1200" b="1" cap="none" spc="0" dirty="0">
                <a:ln w="11430">
                  <a:noFill/>
                </a:ln>
                <a:solidFill>
                  <a:srgbClr val="FF00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식</a:t>
            </a:r>
            <a:endParaRPr lang="en-US" altLang="ko-KR" sz="1200" b="1" cap="none" spc="0" dirty="0">
              <a:ln w="11430">
                <a:noFill/>
              </a:ln>
              <a:solidFill>
                <a:srgbClr val="FF000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2521E8E4-5EFD-48CE-AAC7-9F801CBAE2C5}"/>
              </a:ext>
            </a:extLst>
          </p:cNvPr>
          <p:cNvSpPr/>
          <p:nvPr/>
        </p:nvSpPr>
        <p:spPr>
          <a:xfrm>
            <a:off x="3649193" y="2286693"/>
            <a:ext cx="857256" cy="728668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75000"/>
                  <a:tint val="66000"/>
                  <a:satMod val="160000"/>
                </a:schemeClr>
              </a:gs>
              <a:gs pos="50000">
                <a:schemeClr val="accent2">
                  <a:lumMod val="75000"/>
                  <a:tint val="44500"/>
                  <a:satMod val="160000"/>
                </a:schemeClr>
              </a:gs>
              <a:gs pos="100000">
                <a:schemeClr val="accent2">
                  <a:lumMod val="75000"/>
                  <a:tint val="23500"/>
                  <a:satMod val="160000"/>
                </a:schemeClr>
              </a:gs>
            </a:gsLst>
            <a:lin ang="135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7FABFD3-C196-4436-A044-34E6ED842600}"/>
              </a:ext>
            </a:extLst>
          </p:cNvPr>
          <p:cNvSpPr txBox="1"/>
          <p:nvPr/>
        </p:nvSpPr>
        <p:spPr>
          <a:xfrm>
            <a:off x="3809487" y="2429569"/>
            <a:ext cx="492443" cy="461665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참</a:t>
            </a:r>
            <a:endParaRPr lang="en-US" altLang="ko-KR" sz="1200" dirty="0"/>
          </a:p>
          <a:p>
            <a:r>
              <a:rPr lang="ko-KR" altLang="en-US" sz="1200" dirty="0"/>
              <a:t>거짓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EFEC95F4-612D-43CE-8E56-B2690CDE4C60}"/>
              </a:ext>
            </a:extLst>
          </p:cNvPr>
          <p:cNvSpPr/>
          <p:nvPr/>
        </p:nvSpPr>
        <p:spPr>
          <a:xfrm>
            <a:off x="3434879" y="2358131"/>
            <a:ext cx="1285883" cy="28575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ko-KR" altLang="en-US" sz="1200" b="1" dirty="0">
                <a:ln w="11430">
                  <a:noFill/>
                </a:ln>
                <a:solidFill>
                  <a:srgbClr val="FF00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논리</a:t>
            </a:r>
            <a:r>
              <a:rPr lang="ko-KR" altLang="en-US" sz="1200" b="1" cap="none" spc="0" dirty="0">
                <a:ln w="11430">
                  <a:noFill/>
                </a:ln>
                <a:solidFill>
                  <a:srgbClr val="FF00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식</a:t>
            </a:r>
            <a:endParaRPr lang="en-US" altLang="ko-KR" sz="1200" b="1" cap="none" spc="0" dirty="0">
              <a:ln w="11430">
                <a:noFill/>
              </a:ln>
              <a:solidFill>
                <a:srgbClr val="FF000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8DFAE66-C2FC-4BEA-9B44-6B95418DDE68}"/>
              </a:ext>
            </a:extLst>
          </p:cNvPr>
          <p:cNvSpPr/>
          <p:nvPr/>
        </p:nvSpPr>
        <p:spPr>
          <a:xfrm>
            <a:off x="3400957" y="771981"/>
            <a:ext cx="1285883" cy="285752"/>
          </a:xfrm>
          <a:prstGeom prst="rect">
            <a:avLst/>
          </a:prstGeom>
          <a:noFill/>
        </p:spPr>
        <p:txBody>
          <a:bodyPr wrap="none" lIns="91440" tIns="45720" rIns="91440" bIns="45720">
            <a:prstTxWarp prst="textArchUp">
              <a:avLst/>
            </a:prstTxWarp>
            <a:spAutoFit/>
            <a:scene3d>
              <a:camera prst="orthographicFront"/>
              <a:lightRig rig="glow" dir="tl">
                <a:rot lat="0" lon="0" rev="5400000"/>
              </a:lightRig>
            </a:scene3d>
            <a:sp3d contourW="12700">
              <a:bevelT w="25400" h="25400"/>
              <a:contourClr>
                <a:schemeClr val="accent6">
                  <a:shade val="73000"/>
                </a:schemeClr>
              </a:contourClr>
            </a:sp3d>
          </a:bodyPr>
          <a:lstStyle/>
          <a:p>
            <a:pPr algn="ctr"/>
            <a:r>
              <a:rPr lang="ko-KR" altLang="en-US" b="1" cap="none" spc="0" dirty="0">
                <a:ln w="11430">
                  <a:noFill/>
                </a:ln>
                <a:solidFill>
                  <a:srgbClr val="FF0000"/>
                </a:solidFill>
                <a:effectLst>
                  <a:outerShdw blurRad="80000" dist="40000" dir="5040000" algn="tl">
                    <a:srgbClr val="000000">
                      <a:alpha val="30000"/>
                    </a:srgbClr>
                  </a:outerShdw>
                </a:effectLst>
              </a:rPr>
              <a:t>수식</a:t>
            </a:r>
            <a:endParaRPr lang="en-US" altLang="ko-KR" b="1" cap="none" spc="0" dirty="0">
              <a:ln w="11430">
                <a:noFill/>
              </a:ln>
              <a:solidFill>
                <a:srgbClr val="FF0000"/>
              </a:solidFill>
              <a:effectLst>
                <a:outerShdw blurRad="80000" dist="40000" dir="5040000" algn="tl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7" name="자유형: 도형 36">
            <a:extLst>
              <a:ext uri="{FF2B5EF4-FFF2-40B4-BE49-F238E27FC236}">
                <a16:creationId xmlns:a16="http://schemas.microsoft.com/office/drawing/2014/main" id="{7499A80A-68C4-461A-9ABF-D8491ECE4C07}"/>
              </a:ext>
            </a:extLst>
          </p:cNvPr>
          <p:cNvSpPr/>
          <p:nvPr/>
        </p:nvSpPr>
        <p:spPr>
          <a:xfrm>
            <a:off x="2670629" y="2017486"/>
            <a:ext cx="522514" cy="188802"/>
          </a:xfrm>
          <a:custGeom>
            <a:avLst/>
            <a:gdLst>
              <a:gd name="connsiteX0" fmla="*/ 0 w 522514"/>
              <a:gd name="connsiteY0" fmla="*/ 188685 h 188802"/>
              <a:gd name="connsiteX1" fmla="*/ 72571 w 522514"/>
              <a:gd name="connsiteY1" fmla="*/ 174171 h 188802"/>
              <a:gd name="connsiteX2" fmla="*/ 116114 w 522514"/>
              <a:gd name="connsiteY2" fmla="*/ 145143 h 188802"/>
              <a:gd name="connsiteX3" fmla="*/ 217714 w 522514"/>
              <a:gd name="connsiteY3" fmla="*/ 101600 h 188802"/>
              <a:gd name="connsiteX4" fmla="*/ 304800 w 522514"/>
              <a:gd name="connsiteY4" fmla="*/ 43543 h 188802"/>
              <a:gd name="connsiteX5" fmla="*/ 348342 w 522514"/>
              <a:gd name="connsiteY5" fmla="*/ 14514 h 188802"/>
              <a:gd name="connsiteX6" fmla="*/ 391885 w 522514"/>
              <a:gd name="connsiteY6" fmla="*/ 0 h 188802"/>
              <a:gd name="connsiteX7" fmla="*/ 449942 w 522514"/>
              <a:gd name="connsiteY7" fmla="*/ 101600 h 188802"/>
              <a:gd name="connsiteX8" fmla="*/ 493485 w 522514"/>
              <a:gd name="connsiteY8" fmla="*/ 145143 h 188802"/>
              <a:gd name="connsiteX9" fmla="*/ 522514 w 522514"/>
              <a:gd name="connsiteY9" fmla="*/ 188685 h 1888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22514" h="188802">
                <a:moveTo>
                  <a:pt x="0" y="188685"/>
                </a:moveTo>
                <a:cubicBezTo>
                  <a:pt x="24190" y="183847"/>
                  <a:pt x="49472" y="182833"/>
                  <a:pt x="72571" y="174171"/>
                </a:cubicBezTo>
                <a:cubicBezTo>
                  <a:pt x="88904" y="168046"/>
                  <a:pt x="100968" y="153798"/>
                  <a:pt x="116114" y="145143"/>
                </a:cubicBezTo>
                <a:cubicBezTo>
                  <a:pt x="166336" y="116445"/>
                  <a:pt x="168861" y="117884"/>
                  <a:pt x="217714" y="101600"/>
                </a:cubicBezTo>
                <a:lnTo>
                  <a:pt x="304800" y="43543"/>
                </a:lnTo>
                <a:cubicBezTo>
                  <a:pt x="319314" y="33867"/>
                  <a:pt x="331793" y="20030"/>
                  <a:pt x="348342" y="14514"/>
                </a:cubicBezTo>
                <a:lnTo>
                  <a:pt x="391885" y="0"/>
                </a:lnTo>
                <a:cubicBezTo>
                  <a:pt x="409628" y="35486"/>
                  <a:pt x="424301" y="70830"/>
                  <a:pt x="449942" y="101600"/>
                </a:cubicBezTo>
                <a:cubicBezTo>
                  <a:pt x="463083" y="117369"/>
                  <a:pt x="478971" y="130629"/>
                  <a:pt x="493485" y="145143"/>
                </a:cubicBezTo>
                <a:cubicBezTo>
                  <a:pt x="509530" y="193275"/>
                  <a:pt x="492701" y="188685"/>
                  <a:pt x="522514" y="18868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91FF309-D69B-409B-A254-9C8F8937127E}"/>
              </a:ext>
            </a:extLst>
          </p:cNvPr>
          <p:cNvSpPr txBox="1"/>
          <p:nvPr/>
        </p:nvSpPr>
        <p:spPr>
          <a:xfrm>
            <a:off x="2456316" y="2147537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/>
              <a:t>몫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AE2A72B-628B-41A9-92EF-2B3D79D49C10}"/>
              </a:ext>
            </a:extLst>
          </p:cNvPr>
          <p:cNvSpPr txBox="1"/>
          <p:nvPr/>
        </p:nvSpPr>
        <p:spPr>
          <a:xfrm>
            <a:off x="2935439" y="2176913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/>
              <a:t>나머지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8C0D637-3B8A-4058-902C-2441E9585F3F}"/>
              </a:ext>
            </a:extLst>
          </p:cNvPr>
          <p:cNvSpPr txBox="1"/>
          <p:nvPr/>
        </p:nvSpPr>
        <p:spPr>
          <a:xfrm>
            <a:off x="337061" y="4398459"/>
            <a:ext cx="8590298" cy="1020216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종류 </a:t>
            </a:r>
            <a:r>
              <a:rPr lang="en-US" altLang="ko-KR" sz="1400" dirty="0">
                <a:latin typeface="+mn-ea"/>
                <a:ea typeface="+mn-ea"/>
              </a:rPr>
              <a:t>– </a:t>
            </a:r>
            <a:r>
              <a:rPr lang="ko-KR" altLang="en-US" sz="1400" dirty="0">
                <a:latin typeface="+mn-ea"/>
                <a:ea typeface="+mn-ea"/>
              </a:rPr>
              <a:t>덧셈</a:t>
            </a:r>
            <a:r>
              <a:rPr lang="en-US" altLang="ko-KR" sz="1400" dirty="0">
                <a:latin typeface="+mn-ea"/>
                <a:ea typeface="+mn-ea"/>
              </a:rPr>
              <a:t>(+), </a:t>
            </a:r>
            <a:r>
              <a:rPr lang="ko-KR" altLang="en-US" sz="1400" dirty="0">
                <a:latin typeface="+mn-ea"/>
                <a:ea typeface="+mn-ea"/>
              </a:rPr>
              <a:t>뺄셈</a:t>
            </a:r>
            <a:r>
              <a:rPr lang="en-US" altLang="ko-KR" sz="1400" dirty="0">
                <a:latin typeface="+mn-ea"/>
                <a:ea typeface="+mn-ea"/>
              </a:rPr>
              <a:t>(-), </a:t>
            </a:r>
            <a:r>
              <a:rPr lang="ko-KR" altLang="en-US" sz="1400" dirty="0">
                <a:latin typeface="+mn-ea"/>
                <a:ea typeface="+mn-ea"/>
              </a:rPr>
              <a:t>곱셈</a:t>
            </a:r>
            <a:r>
              <a:rPr lang="en-US" altLang="ko-KR" sz="1400" dirty="0">
                <a:latin typeface="+mn-ea"/>
                <a:ea typeface="+mn-ea"/>
              </a:rPr>
              <a:t>(*), </a:t>
            </a:r>
            <a:r>
              <a:rPr lang="ko-KR" altLang="en-US" sz="1400" dirty="0">
                <a:latin typeface="+mn-ea"/>
                <a:ea typeface="+mn-ea"/>
              </a:rPr>
              <a:t>나눗셈</a:t>
            </a:r>
            <a:r>
              <a:rPr lang="en-US" altLang="ko-KR" sz="1400" dirty="0">
                <a:latin typeface="+mn-ea"/>
                <a:ea typeface="+mn-ea"/>
              </a:rPr>
              <a:t>(/)-</a:t>
            </a:r>
            <a:r>
              <a:rPr lang="ko-KR" altLang="en-US" sz="1400" dirty="0">
                <a:latin typeface="+mn-ea"/>
                <a:ea typeface="+mn-ea"/>
              </a:rPr>
              <a:t>실수전용 몫</a:t>
            </a:r>
            <a:r>
              <a:rPr lang="en-US" altLang="ko-KR" sz="1400" dirty="0">
                <a:latin typeface="+mn-ea"/>
                <a:ea typeface="+mn-ea"/>
              </a:rPr>
              <a:t>, </a:t>
            </a:r>
            <a:r>
              <a:rPr lang="ko-KR" altLang="en-US" sz="1400" dirty="0">
                <a:latin typeface="+mn-ea"/>
                <a:ea typeface="+mn-ea"/>
              </a:rPr>
              <a:t>나눗셈</a:t>
            </a:r>
            <a:r>
              <a:rPr lang="en-US" altLang="ko-KR" sz="1400" dirty="0">
                <a:latin typeface="+mn-ea"/>
                <a:ea typeface="+mn-ea"/>
              </a:rPr>
              <a:t>(//) –</a:t>
            </a:r>
            <a:r>
              <a:rPr lang="ko-KR" altLang="en-US" sz="1400" dirty="0">
                <a:latin typeface="+mn-ea"/>
                <a:ea typeface="+mn-ea"/>
              </a:rPr>
              <a:t>정수전용 몫 계산</a:t>
            </a:r>
            <a:endParaRPr lang="en-US" altLang="ko-KR" sz="1400" dirty="0">
              <a:latin typeface="+mn-ea"/>
              <a:ea typeface="+mn-ea"/>
            </a:endParaRPr>
          </a:p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</a:rPr>
              <a:t>나머지</a:t>
            </a:r>
            <a:r>
              <a:rPr lang="en-US" altLang="ko-KR" sz="1400" dirty="0">
                <a:latin typeface="+mn-ea"/>
              </a:rPr>
              <a:t>(%)</a:t>
            </a:r>
            <a:r>
              <a:rPr lang="ko-KR" altLang="en-US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</a:rPr>
              <a:t>– </a:t>
            </a:r>
            <a:r>
              <a:rPr lang="ko-KR" altLang="en-US" sz="1400" dirty="0">
                <a:latin typeface="+mn-ea"/>
              </a:rPr>
              <a:t>나눗셈 계산에서 나머지를 계산</a:t>
            </a:r>
            <a:endParaRPr lang="en-US" altLang="ko-KR" sz="1400" dirty="0">
              <a:latin typeface="+mn-ea"/>
            </a:endParaRPr>
          </a:p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</a:rPr>
              <a:t>승수</a:t>
            </a:r>
            <a:r>
              <a:rPr lang="en-US" altLang="ko-KR" sz="1400" dirty="0">
                <a:latin typeface="+mn-ea"/>
              </a:rPr>
              <a:t>(**)- </a:t>
            </a:r>
            <a:r>
              <a:rPr lang="ko-KR" altLang="en-US" sz="1400" dirty="0">
                <a:latin typeface="+mn-ea"/>
              </a:rPr>
              <a:t>피연산자를 정해진 수 만큼 제곱하여 계산</a:t>
            </a:r>
            <a:endParaRPr lang="en-US" altLang="ko-KR" sz="14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548401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88E378-836D-4286-B147-A5C4EA42EFA7}"/>
              </a:ext>
            </a:extLst>
          </p:cNvPr>
          <p:cNvSpPr txBox="1"/>
          <p:nvPr/>
        </p:nvSpPr>
        <p:spPr>
          <a:xfrm>
            <a:off x="339420" y="919753"/>
            <a:ext cx="9399666" cy="738664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관계연산자 종류 </a:t>
            </a:r>
            <a:r>
              <a:rPr lang="en-US" altLang="ko-KR" sz="1400" dirty="0">
                <a:latin typeface="+mn-ea"/>
                <a:ea typeface="+mn-ea"/>
              </a:rPr>
              <a:t>– </a:t>
            </a:r>
            <a:r>
              <a:rPr lang="ko-KR" altLang="en-US" sz="1400" dirty="0">
                <a:latin typeface="+mn-ea"/>
                <a:ea typeface="+mn-ea"/>
              </a:rPr>
              <a:t>크다</a:t>
            </a:r>
            <a:r>
              <a:rPr lang="en-US" altLang="ko-KR" sz="1400" dirty="0">
                <a:latin typeface="+mn-ea"/>
                <a:ea typeface="+mn-ea"/>
              </a:rPr>
              <a:t>(&gt;), </a:t>
            </a:r>
            <a:r>
              <a:rPr lang="ko-KR" altLang="en-US" sz="1400" dirty="0">
                <a:latin typeface="+mn-ea"/>
                <a:ea typeface="+mn-ea"/>
              </a:rPr>
              <a:t>작다</a:t>
            </a:r>
            <a:r>
              <a:rPr lang="en-US" altLang="ko-KR" sz="1400" dirty="0">
                <a:latin typeface="+mn-ea"/>
                <a:ea typeface="+mn-ea"/>
              </a:rPr>
              <a:t>(&lt;), </a:t>
            </a:r>
            <a:r>
              <a:rPr lang="ko-KR" altLang="en-US" sz="1400" dirty="0">
                <a:latin typeface="+mn-ea"/>
                <a:ea typeface="+mn-ea"/>
              </a:rPr>
              <a:t>크거나 같다</a:t>
            </a:r>
            <a:r>
              <a:rPr lang="en-US" altLang="ko-KR" sz="1400" dirty="0">
                <a:latin typeface="+mn-ea"/>
                <a:ea typeface="+mn-ea"/>
              </a:rPr>
              <a:t>(&gt;=), </a:t>
            </a:r>
            <a:r>
              <a:rPr lang="ko-KR" altLang="en-US" sz="1400" dirty="0">
                <a:latin typeface="+mn-ea"/>
                <a:ea typeface="+mn-ea"/>
              </a:rPr>
              <a:t>작거나 같다</a:t>
            </a:r>
            <a:r>
              <a:rPr lang="en-US" altLang="ko-KR" sz="1400" dirty="0">
                <a:latin typeface="+mn-ea"/>
                <a:ea typeface="+mn-ea"/>
              </a:rPr>
              <a:t>(&lt;=),</a:t>
            </a:r>
            <a:r>
              <a:rPr lang="ko-KR" altLang="en-US" sz="1400" dirty="0">
                <a:latin typeface="+mn-ea"/>
                <a:ea typeface="+mn-ea"/>
              </a:rPr>
              <a:t>같다</a:t>
            </a:r>
            <a:r>
              <a:rPr lang="en-US" altLang="ko-KR" sz="1400" dirty="0">
                <a:latin typeface="+mn-ea"/>
                <a:ea typeface="+mn-ea"/>
              </a:rPr>
              <a:t>(==), </a:t>
            </a:r>
            <a:r>
              <a:rPr lang="ko-KR" altLang="en-US" sz="1400" dirty="0">
                <a:latin typeface="+mn-ea"/>
                <a:ea typeface="+mn-ea"/>
              </a:rPr>
              <a:t>같지않다</a:t>
            </a:r>
            <a:r>
              <a:rPr lang="en-US" altLang="ko-KR" sz="1400" dirty="0">
                <a:latin typeface="+mn-ea"/>
                <a:ea typeface="+mn-ea"/>
              </a:rPr>
              <a:t>(!=)</a:t>
            </a:r>
          </a:p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결과값은 참</a:t>
            </a:r>
            <a:r>
              <a:rPr lang="en-US" altLang="ko-KR" sz="1400" dirty="0">
                <a:latin typeface="+mn-ea"/>
                <a:ea typeface="+mn-ea"/>
              </a:rPr>
              <a:t>(true), </a:t>
            </a:r>
            <a:r>
              <a:rPr lang="ko-KR" altLang="en-US" sz="1400" dirty="0">
                <a:latin typeface="+mn-ea"/>
                <a:ea typeface="+mn-ea"/>
              </a:rPr>
              <a:t>거짓</a:t>
            </a:r>
            <a:r>
              <a:rPr lang="en-US" altLang="ko-KR" sz="1400" dirty="0">
                <a:latin typeface="+mn-ea"/>
                <a:ea typeface="+mn-ea"/>
              </a:rPr>
              <a:t>(false) </a:t>
            </a:r>
            <a:r>
              <a:rPr lang="ko-KR" altLang="en-US" sz="1400" dirty="0">
                <a:latin typeface="+mn-ea"/>
                <a:ea typeface="+mn-ea"/>
              </a:rPr>
              <a:t>중의 하나를  가짐</a:t>
            </a:r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096AD3-08B8-4168-AFFE-A72601FAAB66}"/>
              </a:ext>
            </a:extLst>
          </p:cNvPr>
          <p:cNvSpPr txBox="1"/>
          <p:nvPr/>
        </p:nvSpPr>
        <p:spPr>
          <a:xfrm>
            <a:off x="179512" y="611777"/>
            <a:ext cx="5202065" cy="34156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sz="1400" dirty="0">
                <a:latin typeface="+mn-ea"/>
              </a:rPr>
              <a:t>관계연산자 </a:t>
            </a:r>
            <a:r>
              <a:rPr lang="en-US" altLang="ko-KR" sz="1400" dirty="0">
                <a:latin typeface="+mn-ea"/>
              </a:rPr>
              <a:t>– </a:t>
            </a:r>
            <a:r>
              <a:rPr lang="ko-KR" altLang="en-US" sz="1400" dirty="0">
                <a:latin typeface="+mn-ea"/>
              </a:rPr>
              <a:t>프로그램의 논리적 흐름에 영향을 미치는 연산자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24F53-934D-4B13-AD80-F2F9F313CB23}"/>
              </a:ext>
            </a:extLst>
          </p:cNvPr>
          <p:cNvSpPr txBox="1"/>
          <p:nvPr/>
        </p:nvSpPr>
        <p:spPr>
          <a:xfrm>
            <a:off x="339420" y="2226040"/>
            <a:ext cx="7832980" cy="1668021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논리연산자 </a:t>
            </a:r>
            <a:r>
              <a:rPr lang="en-US" altLang="ko-KR" sz="1400" dirty="0">
                <a:latin typeface="+mn-ea"/>
                <a:ea typeface="+mn-ea"/>
              </a:rPr>
              <a:t>– and , or</a:t>
            </a:r>
            <a:r>
              <a:rPr lang="en-US" altLang="ko-KR" sz="1400" dirty="0">
                <a:latin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</a:rPr>
              <a:t>, not</a:t>
            </a:r>
          </a:p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400" dirty="0">
                <a:latin typeface="+mn-ea"/>
              </a:rPr>
              <a:t>and</a:t>
            </a:r>
            <a:r>
              <a:rPr lang="ko-KR" altLang="en-US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  <a:ea typeface="+mn-ea"/>
              </a:rPr>
              <a:t>- </a:t>
            </a:r>
            <a:r>
              <a:rPr lang="ko-KR" altLang="en-US" sz="1400" dirty="0">
                <a:latin typeface="+mn-ea"/>
                <a:ea typeface="+mn-ea"/>
              </a:rPr>
              <a:t>관계식</a:t>
            </a:r>
            <a:r>
              <a:rPr lang="en-US" altLang="ko-KR" sz="1400" dirty="0">
                <a:latin typeface="+mn-ea"/>
                <a:ea typeface="+mn-ea"/>
              </a:rPr>
              <a:t>1 </a:t>
            </a:r>
            <a:r>
              <a:rPr lang="ko-KR" altLang="en-US" sz="1400" dirty="0">
                <a:latin typeface="+mn-ea"/>
                <a:ea typeface="+mn-ea"/>
              </a:rPr>
              <a:t>과 관계식 </a:t>
            </a:r>
            <a:r>
              <a:rPr lang="en-US" altLang="ko-KR" sz="1400" dirty="0">
                <a:latin typeface="+mn-ea"/>
                <a:ea typeface="+mn-ea"/>
              </a:rPr>
              <a:t>2 </a:t>
            </a:r>
            <a:r>
              <a:rPr lang="ko-KR" altLang="en-US" sz="1400" dirty="0">
                <a:latin typeface="+mn-ea"/>
                <a:ea typeface="+mn-ea"/>
              </a:rPr>
              <a:t>모두가 참 이어야만 결과가 참이 되는 연산자</a:t>
            </a:r>
            <a:endParaRPr lang="en-US" altLang="ko-KR" sz="1400" dirty="0">
              <a:latin typeface="+mn-ea"/>
              <a:ea typeface="+mn-ea"/>
            </a:endParaRPr>
          </a:p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400" dirty="0">
                <a:latin typeface="+mn-ea"/>
                <a:ea typeface="+mn-ea"/>
              </a:rPr>
              <a:t>or-  </a:t>
            </a:r>
            <a:r>
              <a:rPr lang="ko-KR" altLang="en-US" sz="1400" dirty="0">
                <a:latin typeface="+mn-ea"/>
                <a:ea typeface="+mn-ea"/>
              </a:rPr>
              <a:t>관계식</a:t>
            </a:r>
            <a:r>
              <a:rPr lang="en-US" altLang="ko-KR" sz="1400" dirty="0">
                <a:latin typeface="+mn-ea"/>
                <a:ea typeface="+mn-ea"/>
              </a:rPr>
              <a:t>1 </a:t>
            </a:r>
            <a:r>
              <a:rPr lang="ko-KR" altLang="en-US" sz="1400" dirty="0">
                <a:latin typeface="+mn-ea"/>
                <a:ea typeface="+mn-ea"/>
              </a:rPr>
              <a:t>또는 관계식</a:t>
            </a:r>
            <a:r>
              <a:rPr lang="en-US" altLang="ko-KR" sz="1400" dirty="0">
                <a:latin typeface="+mn-ea"/>
                <a:ea typeface="+mn-ea"/>
              </a:rPr>
              <a:t>2 </a:t>
            </a:r>
            <a:r>
              <a:rPr lang="ko-KR" altLang="en-US" sz="1400" dirty="0">
                <a:latin typeface="+mn-ea"/>
                <a:ea typeface="+mn-ea"/>
              </a:rPr>
              <a:t>둘 중 어느 하나만 참이면 결과가 참이 되는 연산자</a:t>
            </a:r>
            <a:endParaRPr lang="en-US" altLang="ko-KR" sz="1400" dirty="0">
              <a:latin typeface="+mn-ea"/>
              <a:ea typeface="+mn-ea"/>
            </a:endParaRPr>
          </a:p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en-US" altLang="ko-KR" sz="1400" dirty="0">
                <a:latin typeface="+mn-ea"/>
              </a:rPr>
              <a:t>not</a:t>
            </a:r>
            <a:r>
              <a:rPr lang="en-US" altLang="ko-KR" sz="1400" dirty="0">
                <a:latin typeface="+mn-ea"/>
                <a:ea typeface="+mn-ea"/>
              </a:rPr>
              <a:t> – </a:t>
            </a:r>
            <a:r>
              <a:rPr lang="ko-KR" altLang="en-US" sz="1400" dirty="0">
                <a:latin typeface="+mn-ea"/>
                <a:ea typeface="+mn-ea"/>
              </a:rPr>
              <a:t>현재 식의 값을 부정하는 연산자 </a:t>
            </a:r>
            <a:r>
              <a:rPr lang="en-US" altLang="ko-KR" sz="1400" dirty="0">
                <a:latin typeface="+mn-ea"/>
                <a:ea typeface="+mn-ea"/>
              </a:rPr>
              <a:t>(</a:t>
            </a:r>
            <a:r>
              <a:rPr lang="ko-KR" altLang="en-US" sz="1400" dirty="0">
                <a:latin typeface="+mn-ea"/>
                <a:ea typeface="+mn-ea"/>
              </a:rPr>
              <a:t>참</a:t>
            </a:r>
            <a:r>
              <a:rPr lang="en-US" altLang="ko-KR" sz="1400" dirty="0">
                <a:latin typeface="+mn-ea"/>
                <a:ea typeface="+mn-ea"/>
              </a:rPr>
              <a:t>-</a:t>
            </a:r>
            <a:r>
              <a:rPr lang="en-US" altLang="ko-KR" sz="1400" dirty="0">
                <a:latin typeface="+mn-ea"/>
                <a:ea typeface="+mn-ea"/>
                <a:sym typeface="Wingdings" pitchFamily="2" charset="2"/>
              </a:rPr>
              <a:t></a:t>
            </a:r>
            <a:r>
              <a:rPr lang="ko-KR" altLang="en-US" sz="1400" dirty="0">
                <a:latin typeface="+mn-ea"/>
                <a:ea typeface="+mn-ea"/>
                <a:sym typeface="Wingdings" pitchFamily="2" charset="2"/>
              </a:rPr>
              <a:t>거짓 값으로 변경</a:t>
            </a:r>
            <a:r>
              <a:rPr lang="en-US" altLang="ko-KR" sz="1400" dirty="0">
                <a:latin typeface="+mn-ea"/>
                <a:ea typeface="+mn-ea"/>
                <a:sym typeface="Wingdings" pitchFamily="2" charset="2"/>
              </a:rPr>
              <a:t>)</a:t>
            </a:r>
          </a:p>
          <a:p>
            <a:pPr marL="628650" lvl="1" indent="-171450">
              <a:lnSpc>
                <a:spcPct val="150000"/>
              </a:lnSpc>
            </a:pPr>
            <a:r>
              <a:rPr lang="ko-KR" altLang="en-US" sz="1400" dirty="0" err="1">
                <a:solidFill>
                  <a:srgbClr val="FF0000"/>
                </a:solidFill>
                <a:latin typeface="+mn-ea"/>
                <a:ea typeface="+mn-ea"/>
                <a:sym typeface="Wingdings" pitchFamily="2" charset="2"/>
              </a:rPr>
              <a:t>사용예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  <a:sym typeface="Wingdings" pitchFamily="2" charset="2"/>
              </a:rPr>
              <a:t>) not (3&gt;5) -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  <a:ea typeface="+mn-ea"/>
                <a:sym typeface="Wingdings" pitchFamily="2" charset="2"/>
              </a:rPr>
              <a:t>거짓값을</a:t>
            </a:r>
            <a:r>
              <a:rPr lang="ko-KR" altLang="en-US" sz="1400" dirty="0">
                <a:solidFill>
                  <a:srgbClr val="FF0000"/>
                </a:solidFill>
                <a:latin typeface="+mn-ea"/>
                <a:ea typeface="+mn-ea"/>
                <a:sym typeface="Wingdings" pitchFamily="2" charset="2"/>
              </a:rPr>
              <a:t> 부정하므로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sym typeface="Wingdings" pitchFamily="2" charset="2"/>
              </a:rPr>
              <a:t>true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  <a:ea typeface="+mn-ea"/>
                <a:sym typeface="Wingdings" pitchFamily="2" charset="2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C326FE1-FC88-443F-9A7B-E8C0B7FC3A45}"/>
              </a:ext>
            </a:extLst>
          </p:cNvPr>
          <p:cNvSpPr txBox="1"/>
          <p:nvPr/>
        </p:nvSpPr>
        <p:spPr>
          <a:xfrm>
            <a:off x="179512" y="1899039"/>
            <a:ext cx="4935967" cy="37241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lnSpc>
                <a:spcPct val="130000"/>
              </a:lnSpc>
              <a:defRPr sz="1400">
                <a:latin typeface="+mn-ea"/>
              </a:defRPr>
            </a:lvl1pPr>
          </a:lstStyle>
          <a:p>
            <a:r>
              <a:rPr lang="ko-KR" altLang="en-US" dirty="0"/>
              <a:t>논리연산자 </a:t>
            </a:r>
            <a:r>
              <a:rPr lang="en-US" altLang="ko-KR" dirty="0"/>
              <a:t>– 2</a:t>
            </a:r>
            <a:r>
              <a:rPr lang="ko-KR" altLang="en-US" dirty="0"/>
              <a:t>개 이상의  관계식을 결합해야 할 경우 사용</a:t>
            </a:r>
            <a:r>
              <a:rPr lang="en-US" altLang="ko-KR" dirty="0"/>
              <a:t>`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13867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F065DD7-A233-41A8-8427-81AA1BE00185}"/>
              </a:ext>
            </a:extLst>
          </p:cNvPr>
          <p:cNvSpPr txBox="1"/>
          <p:nvPr/>
        </p:nvSpPr>
        <p:spPr>
          <a:xfrm>
            <a:off x="347100" y="264030"/>
            <a:ext cx="627095" cy="4524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dirty="0">
                <a:latin typeface="+mn-ea"/>
              </a:rPr>
              <a:t>if </a:t>
            </a:r>
            <a:r>
              <a:rPr lang="ko-KR" altLang="en-US" dirty="0">
                <a:latin typeface="+mn-ea"/>
              </a:rPr>
              <a:t>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65A4E6-9A75-4B19-B2A0-5813F3D5B8FF}"/>
              </a:ext>
            </a:extLst>
          </p:cNvPr>
          <p:cNvSpPr txBox="1"/>
          <p:nvPr/>
        </p:nvSpPr>
        <p:spPr>
          <a:xfrm>
            <a:off x="357157" y="1006672"/>
            <a:ext cx="5126489" cy="1754326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조건에 따라 문장을 선택적으로 실행</a:t>
            </a:r>
            <a:endParaRPr lang="en-US" altLang="ko-KR" sz="1400" dirty="0">
              <a:latin typeface="+mn-ea"/>
              <a:ea typeface="+mn-ea"/>
            </a:endParaRPr>
          </a:p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형식</a:t>
            </a:r>
            <a:endParaRPr lang="en-US" altLang="ko-KR" sz="14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latin typeface="+mn-ea"/>
                <a:ea typeface="+mn-ea"/>
              </a:rPr>
              <a:t>if </a:t>
            </a:r>
            <a:r>
              <a:rPr lang="ko-KR" altLang="en-US" sz="1400" dirty="0" err="1">
                <a:latin typeface="+mn-ea"/>
                <a:ea typeface="+mn-ea"/>
              </a:rPr>
              <a:t>조건식</a:t>
            </a:r>
            <a:r>
              <a:rPr lang="en-US" altLang="ko-KR" sz="1400" dirty="0">
                <a:latin typeface="+mn-ea"/>
                <a:ea typeface="+mn-ea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+mn-ea"/>
                <a:ea typeface="+mn-ea"/>
              </a:rPr>
              <a:t>     참일 때 수행할 문장</a:t>
            </a:r>
            <a:r>
              <a:rPr lang="en-US" altLang="ko-KR" sz="1400" dirty="0">
                <a:latin typeface="+mn-ea"/>
                <a:ea typeface="+mn-ea"/>
              </a:rPr>
              <a:t>1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      [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참일 때 수행할 문장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  <a:latin typeface="+mn-ea"/>
              </a:rPr>
              <a:t>2]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C62AB0F-A484-4B2F-91FD-A1E399EB80CD}"/>
              </a:ext>
            </a:extLst>
          </p:cNvPr>
          <p:cNvSpPr/>
          <p:nvPr/>
        </p:nvSpPr>
        <p:spPr>
          <a:xfrm>
            <a:off x="660648" y="1678954"/>
            <a:ext cx="3000396" cy="1003016"/>
          </a:xfrm>
          <a:prstGeom prst="rect">
            <a:avLst/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다이아몬드 6">
            <a:extLst>
              <a:ext uri="{FF2B5EF4-FFF2-40B4-BE49-F238E27FC236}">
                <a16:creationId xmlns:a16="http://schemas.microsoft.com/office/drawing/2014/main" id="{FF75C67F-BE93-43D0-B259-5BB7F4BD744D}"/>
              </a:ext>
            </a:extLst>
          </p:cNvPr>
          <p:cNvSpPr/>
          <p:nvPr/>
        </p:nvSpPr>
        <p:spPr>
          <a:xfrm>
            <a:off x="6708351" y="922870"/>
            <a:ext cx="1080120" cy="75608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조건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6FB638B8-7FFD-486B-87D8-B253B3C68FA6}"/>
              </a:ext>
            </a:extLst>
          </p:cNvPr>
          <p:cNvCxnSpPr/>
          <p:nvPr/>
        </p:nvCxnSpPr>
        <p:spPr>
          <a:xfrm>
            <a:off x="7267941" y="1642950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직사각형 8">
            <a:extLst>
              <a:ext uri="{FF2B5EF4-FFF2-40B4-BE49-F238E27FC236}">
                <a16:creationId xmlns:a16="http://schemas.microsoft.com/office/drawing/2014/main" id="{05EA3965-B869-4A28-9AB6-C60D4FDC5676}"/>
              </a:ext>
            </a:extLst>
          </p:cNvPr>
          <p:cNvSpPr/>
          <p:nvPr/>
        </p:nvSpPr>
        <p:spPr>
          <a:xfrm>
            <a:off x="6708351" y="1853226"/>
            <a:ext cx="108012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수행문장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286BBEA0-F66A-400E-B5F3-7CC9422A29BA}"/>
              </a:ext>
            </a:extLst>
          </p:cNvPr>
          <p:cNvCxnSpPr>
            <a:stCxn id="9" idx="2"/>
          </p:cNvCxnSpPr>
          <p:nvPr/>
        </p:nvCxnSpPr>
        <p:spPr>
          <a:xfrm>
            <a:off x="7248411" y="2285274"/>
            <a:ext cx="0" cy="5220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BD4FFE-E220-4E52-87FA-104DEDE8B1FF}"/>
              </a:ext>
            </a:extLst>
          </p:cNvPr>
          <p:cNvSpPr txBox="1"/>
          <p:nvPr/>
        </p:nvSpPr>
        <p:spPr>
          <a:xfrm>
            <a:off x="7267941" y="1570942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</a:t>
            </a:r>
            <a:endParaRPr lang="ko-KR" altLang="en-US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D37AD3-2105-49DF-8670-EB6C14F592F9}"/>
              </a:ext>
            </a:extLst>
          </p:cNvPr>
          <p:cNvSpPr txBox="1"/>
          <p:nvPr/>
        </p:nvSpPr>
        <p:spPr>
          <a:xfrm>
            <a:off x="108149" y="3497262"/>
            <a:ext cx="7447290" cy="3323987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기존 </a:t>
            </a:r>
            <a:r>
              <a:rPr lang="en-US" altLang="ko-KR" sz="1400" dirty="0">
                <a:latin typeface="+mn-ea"/>
                <a:ea typeface="+mn-ea"/>
              </a:rPr>
              <a:t>if</a:t>
            </a:r>
            <a:r>
              <a:rPr lang="ko-KR" altLang="en-US" sz="1400" dirty="0">
                <a:latin typeface="+mn-ea"/>
                <a:ea typeface="+mn-ea"/>
              </a:rPr>
              <a:t>문에 조건식이 거짓일 경우 수행할 문장을 실행하기 위한 </a:t>
            </a:r>
            <a:r>
              <a:rPr lang="en-US" altLang="ko-KR" sz="1400" dirty="0">
                <a:latin typeface="+mn-ea"/>
                <a:ea typeface="+mn-ea"/>
              </a:rPr>
              <a:t>else</a:t>
            </a:r>
            <a:r>
              <a:rPr lang="ko-KR" altLang="en-US" sz="1400" dirty="0">
                <a:latin typeface="+mn-ea"/>
                <a:ea typeface="+mn-ea"/>
              </a:rPr>
              <a:t>구절을 추가한 문장</a:t>
            </a:r>
            <a:endParaRPr lang="en-US" altLang="ko-KR" sz="1400" dirty="0">
              <a:latin typeface="+mn-ea"/>
              <a:ea typeface="+mn-ea"/>
            </a:endParaRPr>
          </a:p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형식 </a:t>
            </a:r>
            <a:endParaRPr lang="en-US" altLang="ko-KR" sz="14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i</a:t>
            </a:r>
            <a:r>
              <a:rPr lang="en-US" altLang="ko-KR" sz="1400" dirty="0">
                <a:latin typeface="+mn-ea"/>
                <a:ea typeface="+mn-ea"/>
              </a:rPr>
              <a:t>f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  <a:ea typeface="+mn-ea"/>
              </a:rPr>
              <a:t>조건식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en-US" altLang="ko-KR" sz="1400" dirty="0">
                <a:latin typeface="+mn-ea"/>
              </a:rPr>
              <a:t>:</a:t>
            </a:r>
            <a:endParaRPr lang="en-US" altLang="ko-KR" sz="14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</a:rPr>
              <a:t>참일 때</a:t>
            </a: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수행할 문장</a:t>
            </a:r>
            <a:r>
              <a:rPr lang="en-US" altLang="ko-KR" sz="1400" dirty="0">
                <a:latin typeface="+mn-ea"/>
                <a:ea typeface="+mn-ea"/>
              </a:rPr>
              <a:t>1</a:t>
            </a: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latin typeface="+mn-ea"/>
                <a:ea typeface="+mn-ea"/>
              </a:rPr>
              <a:t> </a:t>
            </a:r>
            <a:r>
              <a:rPr lang="ko-KR" altLang="en-US" sz="1400" dirty="0">
                <a:latin typeface="+mn-ea"/>
                <a:ea typeface="+mn-ea"/>
              </a:rPr>
              <a:t>참일 때 수행할 문장</a:t>
            </a:r>
            <a:r>
              <a:rPr lang="en-US" altLang="ko-KR" sz="1400" dirty="0">
                <a:latin typeface="+mn-ea"/>
              </a:rPr>
              <a:t>2</a:t>
            </a:r>
          </a:p>
          <a:p>
            <a:pPr lvl="1">
              <a:lnSpc>
                <a:spcPct val="150000"/>
              </a:lnSpc>
            </a:pPr>
            <a:endParaRPr lang="en-US" altLang="ko-KR" sz="14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1400" dirty="0">
                <a:latin typeface="+mn-ea"/>
              </a:rPr>
              <a:t>e</a:t>
            </a:r>
            <a:r>
              <a:rPr lang="en-US" altLang="ko-KR" sz="1400" dirty="0">
                <a:latin typeface="+mn-ea"/>
                <a:ea typeface="+mn-ea"/>
              </a:rPr>
              <a:t>lse:</a:t>
            </a: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+mn-ea"/>
                <a:ea typeface="+mn-ea"/>
              </a:rPr>
              <a:t>거짓일 때 수행할 문장</a:t>
            </a:r>
            <a:r>
              <a:rPr lang="en-US" altLang="ko-KR" sz="1400" dirty="0">
                <a:latin typeface="+mn-ea"/>
                <a:ea typeface="+mn-ea"/>
              </a:rPr>
              <a:t>1</a:t>
            </a:r>
          </a:p>
          <a:p>
            <a:pPr lvl="1">
              <a:lnSpc>
                <a:spcPct val="150000"/>
              </a:lnSpc>
            </a:pPr>
            <a:r>
              <a:rPr lang="ko-KR" altLang="en-US" sz="1400" dirty="0">
                <a:latin typeface="+mn-ea"/>
              </a:rPr>
              <a:t>거짓일 때 수행할 문장</a:t>
            </a:r>
            <a:r>
              <a:rPr lang="en-US" altLang="ko-KR" sz="1400" dirty="0">
                <a:latin typeface="+mn-ea"/>
              </a:rPr>
              <a:t>2</a:t>
            </a:r>
            <a:endParaRPr lang="en-US" altLang="ko-KR" sz="1400" dirty="0">
              <a:latin typeface="+mn-ea"/>
              <a:ea typeface="+mn-ea"/>
            </a:endParaRPr>
          </a:p>
        </p:txBody>
      </p:sp>
      <p:sp>
        <p:nvSpPr>
          <p:cNvPr id="14" name="다이아몬드 13">
            <a:extLst>
              <a:ext uri="{FF2B5EF4-FFF2-40B4-BE49-F238E27FC236}">
                <a16:creationId xmlns:a16="http://schemas.microsoft.com/office/drawing/2014/main" id="{3557C638-8137-430B-91EA-172F3E9C4C5D}"/>
              </a:ext>
            </a:extLst>
          </p:cNvPr>
          <p:cNvSpPr/>
          <p:nvPr/>
        </p:nvSpPr>
        <p:spPr>
          <a:xfrm>
            <a:off x="8126943" y="4403294"/>
            <a:ext cx="1080120" cy="75608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조건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0AA3E85-60AC-4558-80F5-8CBEB842B5A3}"/>
              </a:ext>
            </a:extLst>
          </p:cNvPr>
          <p:cNvSpPr/>
          <p:nvPr/>
        </p:nvSpPr>
        <p:spPr>
          <a:xfrm>
            <a:off x="9639111" y="4547310"/>
            <a:ext cx="108012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수행문장</a:t>
            </a:r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97B66EB9-C10F-4385-94EC-EC6A3D14220A}"/>
              </a:ext>
            </a:extLst>
          </p:cNvPr>
          <p:cNvCxnSpPr>
            <a:stCxn id="14" idx="3"/>
            <a:endCxn id="15" idx="1"/>
          </p:cNvCxnSpPr>
          <p:nvPr/>
        </p:nvCxnSpPr>
        <p:spPr>
          <a:xfrm flipV="1">
            <a:off x="9207063" y="4763334"/>
            <a:ext cx="432048" cy="180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513FE872-0BFB-4FFE-B264-4FBA914E7030}"/>
              </a:ext>
            </a:extLst>
          </p:cNvPr>
          <p:cNvSpPr/>
          <p:nvPr/>
        </p:nvSpPr>
        <p:spPr>
          <a:xfrm>
            <a:off x="8119967" y="5318167"/>
            <a:ext cx="108012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수행문장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5FDA7B8-6188-4827-B27C-D75EB4375C2C}"/>
              </a:ext>
            </a:extLst>
          </p:cNvPr>
          <p:cNvSpPr txBox="1"/>
          <p:nvPr/>
        </p:nvSpPr>
        <p:spPr>
          <a:xfrm>
            <a:off x="8775015" y="506936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6FE9C7-4887-4830-9BCD-0B6EAB0D8F6F}"/>
              </a:ext>
            </a:extLst>
          </p:cNvPr>
          <p:cNvSpPr txBox="1"/>
          <p:nvPr/>
        </p:nvSpPr>
        <p:spPr>
          <a:xfrm>
            <a:off x="9239587" y="4504337"/>
            <a:ext cx="2792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sz="1200" dirty="0"/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371D8BEB-C3D9-45CC-ABE8-56C0C6F26D9C}"/>
              </a:ext>
            </a:extLst>
          </p:cNvPr>
          <p:cNvCxnSpPr>
            <a:stCxn id="14" idx="2"/>
            <a:endCxn id="17" idx="0"/>
          </p:cNvCxnSpPr>
          <p:nvPr/>
        </p:nvCxnSpPr>
        <p:spPr>
          <a:xfrm flipH="1">
            <a:off x="8660027" y="5159378"/>
            <a:ext cx="6976" cy="158789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8214AE9-E67A-4E6C-A636-A3840DC7A1CB}"/>
              </a:ext>
            </a:extLst>
          </p:cNvPr>
          <p:cNvCxnSpPr/>
          <p:nvPr/>
        </p:nvCxnSpPr>
        <p:spPr>
          <a:xfrm>
            <a:off x="8642053" y="5750215"/>
            <a:ext cx="0" cy="52205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DCD42DE-7885-48B1-9F64-ECF6C4AE1678}"/>
              </a:ext>
            </a:extLst>
          </p:cNvPr>
          <p:cNvCxnSpPr/>
          <p:nvPr/>
        </p:nvCxnSpPr>
        <p:spPr>
          <a:xfrm>
            <a:off x="10143167" y="4979358"/>
            <a:ext cx="0" cy="10318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9D42A2FA-4B3B-46FE-B4F4-2537E14BB8D9}"/>
              </a:ext>
            </a:extLst>
          </p:cNvPr>
          <p:cNvCxnSpPr/>
          <p:nvPr/>
        </p:nvCxnSpPr>
        <p:spPr>
          <a:xfrm flipH="1">
            <a:off x="8642053" y="6011244"/>
            <a:ext cx="150111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9FE619E8-8DBC-408A-8FBB-DB70F7E9737E}"/>
              </a:ext>
            </a:extLst>
          </p:cNvPr>
          <p:cNvCxnSpPr/>
          <p:nvPr/>
        </p:nvCxnSpPr>
        <p:spPr>
          <a:xfrm rot="5400000">
            <a:off x="482053" y="5157953"/>
            <a:ext cx="35719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612CC0F7-5E5C-49A1-B5F9-A9514192D64B}"/>
              </a:ext>
            </a:extLst>
          </p:cNvPr>
          <p:cNvCxnSpPr/>
          <p:nvPr/>
        </p:nvCxnSpPr>
        <p:spPr>
          <a:xfrm rot="5400000">
            <a:off x="466154" y="6450868"/>
            <a:ext cx="357190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8F5A5D1-6908-4610-AE6A-EF58ABFDB979}"/>
              </a:ext>
            </a:extLst>
          </p:cNvPr>
          <p:cNvSpPr txBox="1"/>
          <p:nvPr/>
        </p:nvSpPr>
        <p:spPr>
          <a:xfrm>
            <a:off x="253005" y="3068495"/>
            <a:ext cx="1311578" cy="4524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dirty="0">
                <a:latin typeface="+mn-ea"/>
              </a:rPr>
              <a:t>if – else </a:t>
            </a:r>
            <a:r>
              <a:rPr lang="ko-KR" altLang="en-US" dirty="0">
                <a:latin typeface="+mn-ea"/>
              </a:rPr>
              <a:t>문</a:t>
            </a:r>
          </a:p>
        </p:txBody>
      </p:sp>
    </p:spTree>
    <p:extLst>
      <p:ext uri="{BB962C8B-B14F-4D97-AF65-F5344CB8AC3E}">
        <p14:creationId xmlns:p14="http://schemas.microsoft.com/office/powerpoint/2010/main" val="4184021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extBox 53">
            <a:extLst>
              <a:ext uri="{FF2B5EF4-FFF2-40B4-BE49-F238E27FC236}">
                <a16:creationId xmlns:a16="http://schemas.microsoft.com/office/drawing/2014/main" id="{BC456304-DB45-46E9-9876-F66ED8EC394F}"/>
              </a:ext>
            </a:extLst>
          </p:cNvPr>
          <p:cNvSpPr txBox="1"/>
          <p:nvPr/>
        </p:nvSpPr>
        <p:spPr>
          <a:xfrm>
            <a:off x="330396" y="665904"/>
            <a:ext cx="7000924" cy="3647152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</a:rPr>
              <a:t>여러 조건 들 중 어느 하나를 선택해야 하는 경우 사용</a:t>
            </a:r>
            <a:endParaRPr lang="en-US" altLang="ko-KR" sz="1400" dirty="0">
              <a:latin typeface="+mn-ea"/>
              <a:ea typeface="+mn-ea"/>
            </a:endParaRPr>
          </a:p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r>
              <a:rPr lang="ko-KR" altLang="en-US" sz="1400" dirty="0">
                <a:latin typeface="+mn-ea"/>
                <a:ea typeface="+mn-ea"/>
              </a:rPr>
              <a:t>형식 </a:t>
            </a:r>
            <a:endParaRPr lang="en-US" altLang="ko-KR" sz="1400" dirty="0"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sz="1400" b="1" dirty="0">
                <a:latin typeface="+mn-ea"/>
              </a:rPr>
              <a:t>i</a:t>
            </a:r>
            <a:r>
              <a:rPr lang="en-US" altLang="ko-KR" sz="1400" b="1" dirty="0">
                <a:latin typeface="+mn-ea"/>
                <a:ea typeface="+mn-ea"/>
              </a:rPr>
              <a:t>f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</a:rPr>
              <a:t>조건</a:t>
            </a:r>
            <a:r>
              <a:rPr lang="en-US" altLang="ko-KR" sz="1400" b="1" dirty="0">
                <a:latin typeface="+mn-ea"/>
              </a:rPr>
              <a:t>1:</a:t>
            </a:r>
            <a:endParaRPr lang="en-US" altLang="ko-KR" sz="1400" b="1" dirty="0">
              <a:latin typeface="+mn-ea"/>
              <a:ea typeface="+mn-ea"/>
            </a:endParaRPr>
          </a:p>
          <a:p>
            <a:pPr lvl="2">
              <a:lnSpc>
                <a:spcPct val="150000"/>
              </a:lnSpc>
            </a:pPr>
            <a:r>
              <a:rPr lang="en-US" altLang="ko-KR" sz="1400" b="1" dirty="0">
                <a:latin typeface="+mn-ea"/>
                <a:ea typeface="+mn-ea"/>
              </a:rPr>
              <a:t>  </a:t>
            </a:r>
            <a:r>
              <a:rPr lang="ko-KR" altLang="en-US" sz="1400" b="1" dirty="0">
                <a:latin typeface="+mn-ea"/>
                <a:ea typeface="+mn-ea"/>
              </a:rPr>
              <a:t>참일 때 수행할 문장</a:t>
            </a:r>
            <a:r>
              <a:rPr lang="en-US" altLang="ko-KR" sz="1400" b="1" dirty="0">
                <a:latin typeface="+mn-ea"/>
                <a:ea typeface="+mn-ea"/>
              </a:rPr>
              <a:t>1</a:t>
            </a:r>
          </a:p>
          <a:p>
            <a:pPr lvl="2">
              <a:lnSpc>
                <a:spcPct val="150000"/>
              </a:lnSpc>
            </a:pPr>
            <a:r>
              <a:rPr lang="en-US" altLang="ko-KR" sz="1400" b="1" dirty="0">
                <a:latin typeface="+mn-ea"/>
                <a:ea typeface="+mn-ea"/>
              </a:rPr>
              <a:t>  </a:t>
            </a:r>
            <a:r>
              <a:rPr lang="ko-KR" altLang="en-US" sz="1400" b="1" dirty="0">
                <a:latin typeface="+mn-ea"/>
              </a:rPr>
              <a:t>참일 때 </a:t>
            </a:r>
            <a:r>
              <a:rPr lang="ko-KR" altLang="en-US" sz="1400" b="1" dirty="0">
                <a:latin typeface="+mn-ea"/>
                <a:ea typeface="+mn-ea"/>
              </a:rPr>
              <a:t>수행할 문장</a:t>
            </a:r>
            <a:r>
              <a:rPr lang="en-US" altLang="ko-KR" sz="1400" b="1" dirty="0">
                <a:latin typeface="+mn-ea"/>
                <a:ea typeface="+mn-ea"/>
              </a:rPr>
              <a:t>2</a:t>
            </a:r>
          </a:p>
          <a:p>
            <a:pPr lvl="2">
              <a:lnSpc>
                <a:spcPct val="150000"/>
              </a:lnSpc>
            </a:pPr>
            <a:r>
              <a:rPr lang="en-US" altLang="ko-KR" sz="1400" b="1" dirty="0" err="1">
                <a:latin typeface="+mn-ea"/>
              </a:rPr>
              <a:t>e</a:t>
            </a:r>
            <a:r>
              <a:rPr lang="en-US" altLang="ko-KR" sz="1400" b="1" dirty="0" err="1">
                <a:latin typeface="+mn-ea"/>
                <a:ea typeface="+mn-ea"/>
              </a:rPr>
              <a:t>lif</a:t>
            </a:r>
            <a:r>
              <a:rPr lang="en-US" altLang="ko-KR" sz="1400" b="1" dirty="0">
                <a:latin typeface="+mn-ea"/>
              </a:rPr>
              <a:t> </a:t>
            </a:r>
            <a:r>
              <a:rPr lang="ko-KR" altLang="en-US" sz="1400" b="1" dirty="0">
                <a:latin typeface="+mn-ea"/>
                <a:ea typeface="+mn-ea"/>
              </a:rPr>
              <a:t>조건</a:t>
            </a:r>
            <a:r>
              <a:rPr lang="en-US" altLang="ko-KR" sz="1400" b="1" dirty="0">
                <a:latin typeface="+mn-ea"/>
                <a:ea typeface="+mn-ea"/>
              </a:rPr>
              <a:t>2:</a:t>
            </a:r>
          </a:p>
          <a:p>
            <a:pPr lvl="2">
              <a:lnSpc>
                <a:spcPct val="150000"/>
              </a:lnSpc>
            </a:pPr>
            <a:r>
              <a:rPr lang="ko-KR" altLang="en-US" sz="1400" b="1" dirty="0">
                <a:latin typeface="+mn-ea"/>
                <a:ea typeface="+mn-ea"/>
              </a:rPr>
              <a:t>  참일 때 수행할 문장</a:t>
            </a:r>
            <a:r>
              <a:rPr lang="en-US" altLang="ko-KR" sz="1400" b="1" dirty="0">
                <a:latin typeface="+mn-ea"/>
                <a:ea typeface="+mn-ea"/>
              </a:rPr>
              <a:t>1</a:t>
            </a:r>
          </a:p>
          <a:p>
            <a:pPr lvl="2">
              <a:lnSpc>
                <a:spcPct val="150000"/>
              </a:lnSpc>
            </a:pPr>
            <a:r>
              <a:rPr lang="ko-KR" altLang="en-US" sz="1400" b="1" dirty="0">
                <a:latin typeface="+mn-ea"/>
                <a:ea typeface="+mn-ea"/>
              </a:rPr>
              <a:t>  참일 때 수행할 문장</a:t>
            </a:r>
            <a:r>
              <a:rPr lang="en-US" altLang="ko-KR" sz="1400" b="1" dirty="0">
                <a:latin typeface="+mn-ea"/>
                <a:ea typeface="+mn-ea"/>
              </a:rPr>
              <a:t>2</a:t>
            </a:r>
          </a:p>
          <a:p>
            <a:pPr lvl="2">
              <a:lnSpc>
                <a:spcPct val="150000"/>
              </a:lnSpc>
            </a:pPr>
            <a:r>
              <a:rPr lang="en-US" altLang="ko-KR" sz="1400" b="1" dirty="0">
                <a:latin typeface="+mn-ea"/>
              </a:rPr>
              <a:t>:</a:t>
            </a:r>
          </a:p>
          <a:p>
            <a:pPr lvl="2">
              <a:lnSpc>
                <a:spcPct val="150000"/>
              </a:lnSpc>
            </a:pPr>
            <a:r>
              <a:rPr lang="en-US" altLang="ko-KR" sz="1400" b="1" dirty="0">
                <a:latin typeface="+mn-ea"/>
              </a:rPr>
              <a:t>e</a:t>
            </a:r>
            <a:r>
              <a:rPr lang="en-US" altLang="ko-KR" sz="1400" b="1" dirty="0">
                <a:latin typeface="+mn-ea"/>
                <a:ea typeface="+mn-ea"/>
              </a:rPr>
              <a:t>lse:</a:t>
            </a:r>
            <a:endParaRPr lang="en-US" altLang="ko-KR" sz="1400" b="1" dirty="0">
              <a:latin typeface="+mn-ea"/>
            </a:endParaRPr>
          </a:p>
          <a:p>
            <a:pPr lvl="2">
              <a:lnSpc>
                <a:spcPct val="150000"/>
              </a:lnSpc>
            </a:pPr>
            <a:r>
              <a:rPr lang="ko-KR" altLang="en-US" sz="1400" b="1" dirty="0">
                <a:latin typeface="+mn-ea"/>
              </a:rPr>
              <a:t>수행문장</a:t>
            </a:r>
            <a:r>
              <a:rPr lang="en-US" altLang="ko-KR" sz="1400" b="1" dirty="0">
                <a:latin typeface="+mn-ea"/>
              </a:rPr>
              <a:t>..</a:t>
            </a:r>
            <a:r>
              <a:rPr lang="en-US" altLang="ko-KR" sz="1400" b="1" dirty="0">
                <a:latin typeface="+mn-ea"/>
                <a:ea typeface="+mn-ea"/>
              </a:rPr>
              <a:t> </a:t>
            </a:r>
          </a:p>
        </p:txBody>
      </p:sp>
      <p:sp>
        <p:nvSpPr>
          <p:cNvPr id="55" name="다이아몬드 54">
            <a:extLst>
              <a:ext uri="{FF2B5EF4-FFF2-40B4-BE49-F238E27FC236}">
                <a16:creationId xmlns:a16="http://schemas.microsoft.com/office/drawing/2014/main" id="{2E6398A0-5688-4D3F-81BE-EFC1844AAEA7}"/>
              </a:ext>
            </a:extLst>
          </p:cNvPr>
          <p:cNvSpPr/>
          <p:nvPr/>
        </p:nvSpPr>
        <p:spPr>
          <a:xfrm>
            <a:off x="8491077" y="902381"/>
            <a:ext cx="1080120" cy="75608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조건</a:t>
            </a:r>
            <a:r>
              <a:rPr lang="en-US" altLang="ko-KR" sz="1100" dirty="0">
                <a:solidFill>
                  <a:schemeClr val="tx1"/>
                </a:solidFill>
              </a:rPr>
              <a:t>1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CF6407BB-00B3-4AEC-864E-985B19082818}"/>
              </a:ext>
            </a:extLst>
          </p:cNvPr>
          <p:cNvSpPr/>
          <p:nvPr/>
        </p:nvSpPr>
        <p:spPr>
          <a:xfrm>
            <a:off x="10003245" y="1046397"/>
            <a:ext cx="108012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수행문장</a:t>
            </a:r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905CC617-C745-45BA-887E-8E09BD07F538}"/>
              </a:ext>
            </a:extLst>
          </p:cNvPr>
          <p:cNvCxnSpPr>
            <a:stCxn id="55" idx="3"/>
            <a:endCxn id="56" idx="1"/>
          </p:cNvCxnSpPr>
          <p:nvPr/>
        </p:nvCxnSpPr>
        <p:spPr>
          <a:xfrm flipV="1">
            <a:off x="9571197" y="1262421"/>
            <a:ext cx="432048" cy="180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B5C9C1B7-61E4-4CE8-BAE0-0951AE8498D3}"/>
              </a:ext>
            </a:extLst>
          </p:cNvPr>
          <p:cNvSpPr/>
          <p:nvPr/>
        </p:nvSpPr>
        <p:spPr>
          <a:xfrm>
            <a:off x="8633953" y="2902645"/>
            <a:ext cx="1080120" cy="285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수행문장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937BD20-045F-4EF1-AFEF-816DC8BDECB1}"/>
              </a:ext>
            </a:extLst>
          </p:cNvPr>
          <p:cNvSpPr txBox="1"/>
          <p:nvPr/>
        </p:nvSpPr>
        <p:spPr>
          <a:xfrm>
            <a:off x="9139149" y="1568451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sz="12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02C40A-5FD4-4CE9-8134-474E4FC64C7A}"/>
              </a:ext>
            </a:extLst>
          </p:cNvPr>
          <p:cNvSpPr txBox="1"/>
          <p:nvPr/>
        </p:nvSpPr>
        <p:spPr>
          <a:xfrm>
            <a:off x="9603721" y="1003424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</a:t>
            </a:r>
            <a:endParaRPr lang="ko-KR" altLang="en-US" sz="1200" dirty="0"/>
          </a:p>
        </p:txBody>
      </p: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421CA88F-3B17-435E-BF32-9859524324F4}"/>
              </a:ext>
            </a:extLst>
          </p:cNvPr>
          <p:cNvCxnSpPr/>
          <p:nvPr/>
        </p:nvCxnSpPr>
        <p:spPr>
          <a:xfrm rot="16200000" flipH="1">
            <a:off x="8892695" y="1767463"/>
            <a:ext cx="285752" cy="191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다이아몬드 61">
            <a:extLst>
              <a:ext uri="{FF2B5EF4-FFF2-40B4-BE49-F238E27FC236}">
                <a16:creationId xmlns:a16="http://schemas.microsoft.com/office/drawing/2014/main" id="{D36C1B56-20E2-4890-A170-F58B0007F5DD}"/>
              </a:ext>
            </a:extLst>
          </p:cNvPr>
          <p:cNvSpPr/>
          <p:nvPr/>
        </p:nvSpPr>
        <p:spPr>
          <a:xfrm>
            <a:off x="8491077" y="1902513"/>
            <a:ext cx="1080120" cy="756084"/>
          </a:xfrm>
          <a:prstGeom prst="diamond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 dirty="0">
                <a:solidFill>
                  <a:schemeClr val="tx1"/>
                </a:solidFill>
              </a:rPr>
              <a:t>조건</a:t>
            </a:r>
            <a:r>
              <a:rPr lang="en-US" altLang="ko-KR" sz="1100" dirty="0">
                <a:solidFill>
                  <a:schemeClr val="tx1"/>
                </a:solidFill>
              </a:rPr>
              <a:t>2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388DB031-4C13-4F12-B7AD-C9592E4A73D9}"/>
              </a:ext>
            </a:extLst>
          </p:cNvPr>
          <p:cNvCxnSpPr/>
          <p:nvPr/>
        </p:nvCxnSpPr>
        <p:spPr>
          <a:xfrm flipV="1">
            <a:off x="9530123" y="2269550"/>
            <a:ext cx="432048" cy="180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>
            <a:extLst>
              <a:ext uri="{FF2B5EF4-FFF2-40B4-BE49-F238E27FC236}">
                <a16:creationId xmlns:a16="http://schemas.microsoft.com/office/drawing/2014/main" id="{E339A0BD-7686-40AD-8847-2651A02549C1}"/>
              </a:ext>
            </a:extLst>
          </p:cNvPr>
          <p:cNvSpPr txBox="1"/>
          <p:nvPr/>
        </p:nvSpPr>
        <p:spPr>
          <a:xfrm>
            <a:off x="9562647" y="2010553"/>
            <a:ext cx="2519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y</a:t>
            </a:r>
            <a:endParaRPr lang="ko-KR" altLang="en-US" sz="1200" dirty="0"/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83809732-73A5-47F5-A82E-6577A2DE20AE}"/>
              </a:ext>
            </a:extLst>
          </p:cNvPr>
          <p:cNvSpPr/>
          <p:nvPr/>
        </p:nvSpPr>
        <p:spPr>
          <a:xfrm>
            <a:off x="9937255" y="2027971"/>
            <a:ext cx="1080120" cy="4320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수행문장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D57E371-4B1C-44E1-B23B-8AE08016D520}"/>
              </a:ext>
            </a:extLst>
          </p:cNvPr>
          <p:cNvSpPr txBox="1"/>
          <p:nvPr/>
        </p:nvSpPr>
        <p:spPr>
          <a:xfrm>
            <a:off x="9139149" y="2559874"/>
            <a:ext cx="2696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n</a:t>
            </a:r>
            <a:endParaRPr lang="ko-KR" altLang="en-US" sz="1200" dirty="0"/>
          </a:p>
        </p:txBody>
      </p:sp>
      <p:cxnSp>
        <p:nvCxnSpPr>
          <p:cNvPr id="67" name="직선 화살표 연결선 66">
            <a:extLst>
              <a:ext uri="{FF2B5EF4-FFF2-40B4-BE49-F238E27FC236}">
                <a16:creationId xmlns:a16="http://schemas.microsoft.com/office/drawing/2014/main" id="{0AABC970-8814-437A-A3B7-D586A5AABE1D}"/>
              </a:ext>
            </a:extLst>
          </p:cNvPr>
          <p:cNvCxnSpPr/>
          <p:nvPr/>
        </p:nvCxnSpPr>
        <p:spPr>
          <a:xfrm rot="16200000" flipH="1">
            <a:off x="8892695" y="2758886"/>
            <a:ext cx="285752" cy="1918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6726A0FE-04C0-4FD7-9F96-720EB3950E93}"/>
              </a:ext>
            </a:extLst>
          </p:cNvPr>
          <p:cNvSpPr txBox="1"/>
          <p:nvPr/>
        </p:nvSpPr>
        <p:spPr>
          <a:xfrm>
            <a:off x="183914" y="232228"/>
            <a:ext cx="101867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altLang="ko-KR">
                <a:latin typeface="+mn-ea"/>
              </a:rPr>
              <a:t>if-</a:t>
            </a:r>
            <a:r>
              <a:rPr lang="en-US" altLang="ko-KR" dirty="0" err="1">
                <a:latin typeface="+mn-ea"/>
              </a:rPr>
              <a:t>elif</a:t>
            </a:r>
            <a:r>
              <a:rPr lang="ko-KR" altLang="en-US" dirty="0">
                <a:latin typeface="+mn-ea"/>
              </a:rPr>
              <a:t> 문</a:t>
            </a:r>
          </a:p>
        </p:txBody>
      </p:sp>
    </p:spTree>
    <p:extLst>
      <p:ext uri="{BB962C8B-B14F-4D97-AF65-F5344CB8AC3E}">
        <p14:creationId xmlns:p14="http://schemas.microsoft.com/office/powerpoint/2010/main" val="1682706041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E3EE1C-F862-4F19-8436-8D186DA57A6C}"/>
              </a:ext>
            </a:extLst>
          </p:cNvPr>
          <p:cNvSpPr txBox="1"/>
          <p:nvPr/>
        </p:nvSpPr>
        <p:spPr>
          <a:xfrm>
            <a:off x="645353" y="945305"/>
            <a:ext cx="5682965" cy="1107996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2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b="1" dirty="0">
                <a:solidFill>
                  <a:srgbClr val="FFC000"/>
                </a:solidFill>
                <a:latin typeface="+mn-ea"/>
                <a:ea typeface="+mn-ea"/>
              </a:rPr>
              <a:t>for</a:t>
            </a:r>
            <a:r>
              <a:rPr lang="en-US" altLang="ko-KR" sz="1600" dirty="0">
                <a:latin typeface="+mn-ea"/>
                <a:ea typeface="+mn-ea"/>
              </a:rPr>
              <a:t> </a:t>
            </a:r>
            <a:r>
              <a:rPr lang="ko-KR" altLang="en-US" sz="1600" dirty="0" err="1">
                <a:latin typeface="+mn-ea"/>
                <a:ea typeface="+mn-ea"/>
              </a:rPr>
              <a:t>변수명</a:t>
            </a:r>
            <a:r>
              <a:rPr lang="ko-KR" altLang="en-US" sz="1600" dirty="0">
                <a:latin typeface="+mn-ea"/>
                <a:ea typeface="+mn-ea"/>
              </a:rPr>
              <a:t> </a:t>
            </a:r>
            <a:r>
              <a:rPr lang="en-US" altLang="ko-KR" sz="1600" b="1" dirty="0">
                <a:solidFill>
                  <a:srgbClr val="FFC000"/>
                </a:solidFill>
                <a:latin typeface="+mn-ea"/>
                <a:ea typeface="+mn-ea"/>
              </a:rPr>
              <a:t>in</a:t>
            </a:r>
            <a:r>
              <a:rPr lang="en-US" altLang="ko-KR" sz="1600" dirty="0">
                <a:latin typeface="+mn-ea"/>
                <a:ea typeface="+mn-ea"/>
              </a:rPr>
              <a:t> </a:t>
            </a:r>
            <a:r>
              <a:rPr lang="ko-KR" altLang="en-US" sz="1600" dirty="0">
                <a:latin typeface="+mn-ea"/>
                <a:ea typeface="+mn-ea"/>
              </a:rPr>
              <a:t>반복요소명</a:t>
            </a:r>
            <a:r>
              <a:rPr lang="en-US" altLang="ko-KR" sz="1600" dirty="0">
                <a:latin typeface="+mn-ea"/>
                <a:ea typeface="+mn-ea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+mn-ea"/>
                <a:ea typeface="+mn-ea"/>
              </a:rPr>
              <a:t>     실행명령</a:t>
            </a:r>
            <a:endParaRPr lang="en-US" altLang="ko-KR" sz="1600" dirty="0"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F3F51C-EAAD-48A7-89ED-477576BDABB3}"/>
              </a:ext>
            </a:extLst>
          </p:cNvPr>
          <p:cNvSpPr/>
          <p:nvPr/>
        </p:nvSpPr>
        <p:spPr>
          <a:xfrm>
            <a:off x="1020282" y="1263284"/>
            <a:ext cx="3000396" cy="714380"/>
          </a:xfrm>
          <a:prstGeom prst="rect">
            <a:avLst/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6EF46-5324-42F2-99DE-2C1986C3D10B}"/>
              </a:ext>
            </a:extLst>
          </p:cNvPr>
          <p:cNvSpPr txBox="1"/>
          <p:nvPr/>
        </p:nvSpPr>
        <p:spPr>
          <a:xfrm>
            <a:off x="357158" y="428604"/>
            <a:ext cx="708848" cy="4524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dirty="0">
                <a:latin typeface="+mn-ea"/>
              </a:rPr>
              <a:t>for</a:t>
            </a:r>
            <a:r>
              <a:rPr lang="ko-KR" altLang="en-US" dirty="0">
                <a:latin typeface="+mn-ea"/>
              </a:rPr>
              <a:t>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3E69B-EC1A-4F9C-8E74-7BACDC637DED}"/>
              </a:ext>
            </a:extLst>
          </p:cNvPr>
          <p:cNvSpPr txBox="1"/>
          <p:nvPr/>
        </p:nvSpPr>
        <p:spPr>
          <a:xfrm>
            <a:off x="29249" y="2986968"/>
            <a:ext cx="3714776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“</a:t>
            </a:r>
            <a:r>
              <a:rPr lang="ko-KR" altLang="en-US" sz="1200" dirty="0"/>
              <a:t>내 이름은 홍길동</a:t>
            </a:r>
            <a:r>
              <a:rPr lang="en-US" altLang="ko-KR" sz="1200" dirty="0"/>
              <a:t>” 5</a:t>
            </a:r>
            <a:r>
              <a:rPr lang="ko-KR" altLang="en-US" sz="1200" dirty="0"/>
              <a:t>번 반복하기</a:t>
            </a:r>
            <a:endParaRPr lang="en-US" altLang="ko-KR" sz="1200" dirty="0"/>
          </a:p>
        </p:txBody>
      </p:sp>
      <p:sp>
        <p:nvSpPr>
          <p:cNvPr id="6" name="오른쪽 화살표 32">
            <a:extLst>
              <a:ext uri="{FF2B5EF4-FFF2-40B4-BE49-F238E27FC236}">
                <a16:creationId xmlns:a16="http://schemas.microsoft.com/office/drawing/2014/main" id="{7C5F2038-4130-4AA6-A168-0E52F25449B3}"/>
              </a:ext>
            </a:extLst>
          </p:cNvPr>
          <p:cNvSpPr/>
          <p:nvPr/>
        </p:nvSpPr>
        <p:spPr>
          <a:xfrm>
            <a:off x="3815463" y="2903388"/>
            <a:ext cx="285752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B37FB-A060-46CD-8CA2-3C480670F912}"/>
              </a:ext>
            </a:extLst>
          </p:cNvPr>
          <p:cNvSpPr txBox="1"/>
          <p:nvPr/>
        </p:nvSpPr>
        <p:spPr>
          <a:xfrm>
            <a:off x="4244091" y="2617636"/>
            <a:ext cx="3714776" cy="64633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/>
              <a:t>for </a:t>
            </a:r>
            <a:r>
              <a:rPr lang="en-US" altLang="ko-KR" sz="1200" dirty="0" err="1"/>
              <a:t>irum</a:t>
            </a:r>
            <a:r>
              <a:rPr lang="en-US" altLang="ko-KR" sz="1200" dirty="0"/>
              <a:t> in [1,2,3,4,5]:</a:t>
            </a:r>
          </a:p>
          <a:p>
            <a:pPr>
              <a:lnSpc>
                <a:spcPct val="150000"/>
              </a:lnSpc>
            </a:pPr>
            <a:r>
              <a:rPr lang="en-US" altLang="ko-KR" sz="1200" dirty="0"/>
              <a:t>print(“ </a:t>
            </a:r>
            <a:r>
              <a:rPr lang="ko-KR" altLang="en-US" sz="1200" dirty="0"/>
              <a:t>내 이름은 홍길동</a:t>
            </a:r>
            <a:r>
              <a:rPr lang="en-US" altLang="ko-KR" sz="1200" dirty="0"/>
              <a:t>”)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B0E57E5-45F7-4694-818A-80BAA2AA43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t="48689" r="79954" b="32584"/>
          <a:stretch>
            <a:fillRect/>
          </a:stretch>
        </p:blipFill>
        <p:spPr bwMode="auto">
          <a:xfrm>
            <a:off x="8708966" y="2379745"/>
            <a:ext cx="2071702" cy="1214446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73A6C1-3B54-4449-8B22-F1E2B940E065}"/>
              </a:ext>
            </a:extLst>
          </p:cNvPr>
          <p:cNvSpPr txBox="1"/>
          <p:nvPr/>
        </p:nvSpPr>
        <p:spPr>
          <a:xfrm>
            <a:off x="663092" y="977531"/>
            <a:ext cx="56829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ko-KR" sz="1400" dirty="0">
                <a:latin typeface="+mn-ea"/>
              </a:rPr>
              <a:t> </a:t>
            </a:r>
            <a:r>
              <a:rPr lang="ko-KR" altLang="ko-KR" sz="1400" dirty="0">
                <a:latin typeface="+mn-ea"/>
              </a:rPr>
              <a:t>한 개 이상의 문 </a:t>
            </a:r>
            <a:r>
              <a:rPr lang="ko-KR" altLang="en-US" sz="1400" dirty="0">
                <a:latin typeface="+mn-ea"/>
              </a:rPr>
              <a:t>장을 조건이 만족되는 한 계속하여 실행하는 코드</a:t>
            </a:r>
            <a:endParaRPr lang="en-US" altLang="ko-KR" sz="1400" dirty="0">
              <a:latin typeface="+mn-ea"/>
            </a:endParaRPr>
          </a:p>
        </p:txBody>
      </p:sp>
      <p:sp>
        <p:nvSpPr>
          <p:cNvPr id="11" name="모서리가 둥근 사각형 설명선 35">
            <a:extLst>
              <a:ext uri="{FF2B5EF4-FFF2-40B4-BE49-F238E27FC236}">
                <a16:creationId xmlns:a16="http://schemas.microsoft.com/office/drawing/2014/main" id="{FA1D34FC-4FC8-47F7-B3F6-01D22ABFA54F}"/>
              </a:ext>
            </a:extLst>
          </p:cNvPr>
          <p:cNvSpPr/>
          <p:nvPr/>
        </p:nvSpPr>
        <p:spPr>
          <a:xfrm>
            <a:off x="4944179" y="2117570"/>
            <a:ext cx="2943250" cy="428628"/>
          </a:xfrm>
          <a:prstGeom prst="wedgeRoundRectCallout">
            <a:avLst>
              <a:gd name="adj1" fmla="val -36587"/>
              <a:gd name="adj2" fmla="val 91218"/>
              <a:gd name="adj3" fmla="val 16667"/>
            </a:avLst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EA5D42-F235-42D0-8552-BF3CF945D1F7}"/>
              </a:ext>
            </a:extLst>
          </p:cNvPr>
          <p:cNvSpPr txBox="1"/>
          <p:nvPr/>
        </p:nvSpPr>
        <p:spPr>
          <a:xfrm>
            <a:off x="4944179" y="2117570"/>
            <a:ext cx="3286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dirty="0"/>
              <a:t>대괄호로 표시된 영역에 같은 타입의 </a:t>
            </a:r>
            <a:endParaRPr lang="en-US" altLang="ko-KR" sz="1200" dirty="0"/>
          </a:p>
          <a:p>
            <a:r>
              <a:rPr lang="ko-KR" altLang="en-US" sz="1200" dirty="0" err="1"/>
              <a:t>값들을저장하는</a:t>
            </a:r>
            <a:r>
              <a:rPr lang="ko-KR" altLang="en-US" sz="1200" dirty="0"/>
              <a:t> 것을 리스트라고 해요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9A90CB19-78D4-40E2-8BFE-472183EF9B25}"/>
              </a:ext>
            </a:extLst>
          </p:cNvPr>
          <p:cNvSpPr/>
          <p:nvPr/>
        </p:nvSpPr>
        <p:spPr>
          <a:xfrm>
            <a:off x="7958867" y="2801257"/>
            <a:ext cx="604562" cy="6102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D888132-2695-4716-9788-8866AAC23EF9}"/>
              </a:ext>
            </a:extLst>
          </p:cNvPr>
          <p:cNvSpPr txBox="1"/>
          <p:nvPr/>
        </p:nvSpPr>
        <p:spPr>
          <a:xfrm>
            <a:off x="92981" y="3738195"/>
            <a:ext cx="2000264" cy="45629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600" dirty="0"/>
              <a:t>range() </a:t>
            </a:r>
            <a:r>
              <a:rPr lang="ko-KR" altLang="en-US" sz="1600" dirty="0"/>
              <a:t>함수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C186CBA-40B8-4AE7-92AB-21C1B0598F05}"/>
              </a:ext>
            </a:extLst>
          </p:cNvPr>
          <p:cNvSpPr txBox="1"/>
          <p:nvPr/>
        </p:nvSpPr>
        <p:spPr>
          <a:xfrm>
            <a:off x="357158" y="4257170"/>
            <a:ext cx="3954288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형식 </a:t>
            </a:r>
            <a:r>
              <a:rPr lang="en-US" altLang="ko-KR" dirty="0"/>
              <a:t>: range([</a:t>
            </a:r>
            <a:r>
              <a:rPr lang="ko-KR" altLang="en-US" dirty="0"/>
              <a:t>시작</a:t>
            </a:r>
            <a:r>
              <a:rPr lang="en-US" altLang="ko-KR" dirty="0"/>
              <a:t>],</a:t>
            </a:r>
            <a:r>
              <a:rPr lang="ko-KR" altLang="en-US" dirty="0"/>
              <a:t>마지막</a:t>
            </a:r>
            <a:r>
              <a:rPr lang="en-US" altLang="ko-KR" dirty="0"/>
              <a:t>,[</a:t>
            </a:r>
            <a:r>
              <a:rPr lang="ko-KR" altLang="en-US" dirty="0"/>
              <a:t>증가감소</a:t>
            </a:r>
            <a:r>
              <a:rPr lang="en-US" altLang="ko-KR" dirty="0"/>
              <a:t>])</a:t>
            </a:r>
            <a:endParaRPr lang="ko-KR" altLang="en-US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ABFE498D-E5A3-42A6-BA3B-8E50AA4391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 l="1382" t="5244" r="60599" b="89511"/>
          <a:stretch>
            <a:fillRect/>
          </a:stretch>
        </p:blipFill>
        <p:spPr bwMode="auto">
          <a:xfrm>
            <a:off x="645353" y="5116477"/>
            <a:ext cx="3929090" cy="642942"/>
          </a:xfrm>
          <a:prstGeom prst="rect">
            <a:avLst/>
          </a:prstGeom>
          <a:noFill/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</p:pic>
      <p:pic>
        <p:nvPicPr>
          <p:cNvPr id="18" name="Picture 3">
            <a:extLst>
              <a:ext uri="{FF2B5EF4-FFF2-40B4-BE49-F238E27FC236}">
                <a16:creationId xmlns:a16="http://schemas.microsoft.com/office/drawing/2014/main" id="{3D7D8988-3992-4E93-B308-2A02F0B515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/>
          <a:srcRect t="14785" r="69355" b="71728"/>
          <a:stretch>
            <a:fillRect/>
          </a:stretch>
        </p:blipFill>
        <p:spPr bwMode="auto">
          <a:xfrm>
            <a:off x="5408936" y="4959361"/>
            <a:ext cx="2357454" cy="957173"/>
          </a:xfrm>
          <a:prstGeom prst="rect">
            <a:avLst/>
          </a:prstGeom>
          <a:noFill/>
          <a:ln w="9525">
            <a:solidFill>
              <a:schemeClr val="accent5">
                <a:lumMod val="40000"/>
                <a:lumOff val="60000"/>
              </a:schemeClr>
            </a:solidFill>
            <a:miter lim="800000"/>
            <a:headEnd/>
            <a:tailEnd/>
          </a:ln>
          <a:effectLst/>
        </p:spPr>
      </p:pic>
      <p:sp>
        <p:nvSpPr>
          <p:cNvPr id="20" name="화살표: 오른쪽 19">
            <a:extLst>
              <a:ext uri="{FF2B5EF4-FFF2-40B4-BE49-F238E27FC236}">
                <a16:creationId xmlns:a16="http://schemas.microsoft.com/office/drawing/2014/main" id="{1B88E358-9643-4159-ABE5-BA531F2CBEED}"/>
              </a:ext>
            </a:extLst>
          </p:cNvPr>
          <p:cNvSpPr/>
          <p:nvPr/>
        </p:nvSpPr>
        <p:spPr>
          <a:xfrm>
            <a:off x="4641898" y="5116477"/>
            <a:ext cx="604562" cy="6102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8517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E3EE1C-F862-4F19-8436-8D186DA57A6C}"/>
              </a:ext>
            </a:extLst>
          </p:cNvPr>
          <p:cNvSpPr txBox="1"/>
          <p:nvPr/>
        </p:nvSpPr>
        <p:spPr>
          <a:xfrm>
            <a:off x="645353" y="945305"/>
            <a:ext cx="5682965" cy="106035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2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b="1" dirty="0">
                <a:solidFill>
                  <a:srgbClr val="FFC000"/>
                </a:solidFill>
                <a:latin typeface="+mn-ea"/>
                <a:ea typeface="+mn-ea"/>
              </a:rPr>
              <a:t>while</a:t>
            </a:r>
            <a:r>
              <a:rPr lang="ko-KR" altLang="en-US" sz="1600" b="1" dirty="0">
                <a:solidFill>
                  <a:srgbClr val="FFC000"/>
                </a:solidFill>
                <a:latin typeface="+mn-ea"/>
                <a:ea typeface="+mn-ea"/>
              </a:rPr>
              <a:t> 조건식</a:t>
            </a:r>
            <a:r>
              <a:rPr lang="en-US" altLang="ko-KR" sz="1600" b="1" dirty="0">
                <a:solidFill>
                  <a:srgbClr val="FFC000"/>
                </a:solidFill>
                <a:latin typeface="+mn-ea"/>
                <a:ea typeface="+mn-ea"/>
              </a:rPr>
              <a:t>:</a:t>
            </a:r>
            <a:endParaRPr lang="en-US" altLang="ko-KR" sz="16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+mn-ea"/>
                <a:ea typeface="+mn-ea"/>
              </a:rPr>
              <a:t>     실행명령</a:t>
            </a:r>
            <a:endParaRPr lang="en-US" altLang="ko-KR" sz="1600" dirty="0"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F3F51C-EAAD-48A7-89ED-477576BDABB3}"/>
              </a:ext>
            </a:extLst>
          </p:cNvPr>
          <p:cNvSpPr/>
          <p:nvPr/>
        </p:nvSpPr>
        <p:spPr>
          <a:xfrm>
            <a:off x="1020282" y="1263284"/>
            <a:ext cx="3000396" cy="714380"/>
          </a:xfrm>
          <a:prstGeom prst="rect">
            <a:avLst/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6EF46-5324-42F2-99DE-2C1986C3D10B}"/>
              </a:ext>
            </a:extLst>
          </p:cNvPr>
          <p:cNvSpPr txBox="1"/>
          <p:nvPr/>
        </p:nvSpPr>
        <p:spPr>
          <a:xfrm>
            <a:off x="357158" y="428604"/>
            <a:ext cx="954107" cy="4127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dirty="0">
                <a:latin typeface="+mn-ea"/>
              </a:rPr>
              <a:t>while</a:t>
            </a:r>
            <a:r>
              <a:rPr lang="ko-KR" altLang="en-US" dirty="0">
                <a:latin typeface="+mn-ea"/>
              </a:rPr>
              <a:t>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283E69B-EC1A-4F9C-8E74-7BACDC637DED}"/>
              </a:ext>
            </a:extLst>
          </p:cNvPr>
          <p:cNvSpPr txBox="1"/>
          <p:nvPr/>
        </p:nvSpPr>
        <p:spPr>
          <a:xfrm>
            <a:off x="508220" y="3553021"/>
            <a:ext cx="3714776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“5</a:t>
            </a:r>
            <a:r>
              <a:rPr lang="ko-KR" altLang="en-US" sz="1200" dirty="0"/>
              <a:t>시 </a:t>
            </a:r>
            <a:r>
              <a:rPr lang="en-US" altLang="ko-KR" sz="1200" dirty="0"/>
              <a:t>10</a:t>
            </a:r>
            <a:r>
              <a:rPr lang="ko-KR" altLang="en-US" sz="1200" dirty="0" err="1"/>
              <a:t>분까지만</a:t>
            </a:r>
            <a:r>
              <a:rPr lang="ko-KR" altLang="en-US" sz="1200" dirty="0"/>
              <a:t> </a:t>
            </a:r>
            <a:r>
              <a:rPr lang="ko-KR" altLang="en-US" sz="1200" dirty="0" err="1"/>
              <a:t>공부할꺼야</a:t>
            </a:r>
            <a:r>
              <a:rPr lang="en-US" altLang="ko-KR" sz="1200" dirty="0"/>
              <a:t>^^”</a:t>
            </a:r>
          </a:p>
        </p:txBody>
      </p:sp>
      <p:sp>
        <p:nvSpPr>
          <p:cNvPr id="6" name="오른쪽 화살표 32">
            <a:extLst>
              <a:ext uri="{FF2B5EF4-FFF2-40B4-BE49-F238E27FC236}">
                <a16:creationId xmlns:a16="http://schemas.microsoft.com/office/drawing/2014/main" id="{7C5F2038-4130-4AA6-A168-0E52F25449B3}"/>
              </a:ext>
            </a:extLst>
          </p:cNvPr>
          <p:cNvSpPr/>
          <p:nvPr/>
        </p:nvSpPr>
        <p:spPr>
          <a:xfrm>
            <a:off x="4294434" y="3469441"/>
            <a:ext cx="524940" cy="42862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3A6C1-3B54-4449-8B22-F1E2B940E065}"/>
              </a:ext>
            </a:extLst>
          </p:cNvPr>
          <p:cNvSpPr txBox="1"/>
          <p:nvPr/>
        </p:nvSpPr>
        <p:spPr>
          <a:xfrm>
            <a:off x="663092" y="977531"/>
            <a:ext cx="435568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ko-KR" altLang="en-US" sz="1400" dirty="0">
                <a:latin typeface="+mn-ea"/>
              </a:rPr>
              <a:t>조건식을 만족할 때 까지  계속하여 실행하는 코드</a:t>
            </a:r>
            <a:endParaRPr lang="en-US" altLang="ko-KR" sz="1400" dirty="0">
              <a:latin typeface="+mn-ea"/>
            </a:endParaRPr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9A90CB19-78D4-40E2-8BFE-472183EF9B25}"/>
              </a:ext>
            </a:extLst>
          </p:cNvPr>
          <p:cNvSpPr/>
          <p:nvPr/>
        </p:nvSpPr>
        <p:spPr>
          <a:xfrm>
            <a:off x="7526635" y="3756116"/>
            <a:ext cx="604562" cy="61024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F837CFA-E38C-4BAA-9F3D-0A7A29705918}"/>
              </a:ext>
            </a:extLst>
          </p:cNvPr>
          <p:cNvSpPr/>
          <p:nvPr/>
        </p:nvSpPr>
        <p:spPr>
          <a:xfrm>
            <a:off x="4861855" y="2648455"/>
            <a:ext cx="2571768" cy="2500330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0C85F622-8AC9-404F-9024-0973747F7513}"/>
              </a:ext>
            </a:extLst>
          </p:cNvPr>
          <p:cNvSpPr/>
          <p:nvPr/>
        </p:nvSpPr>
        <p:spPr>
          <a:xfrm>
            <a:off x="5039899" y="2826499"/>
            <a:ext cx="2204373" cy="2143140"/>
          </a:xfrm>
          <a:prstGeom prst="ellipse">
            <a:avLst/>
          </a:prstGeom>
          <a:noFill/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4CF1A81E-1950-4FB2-A28A-1146641D307D}"/>
              </a:ext>
            </a:extLst>
          </p:cNvPr>
          <p:cNvCxnSpPr>
            <a:endCxn id="21" idx="0"/>
          </p:cNvCxnSpPr>
          <p:nvPr/>
        </p:nvCxnSpPr>
        <p:spPr>
          <a:xfrm rot="5400000">
            <a:off x="6091610" y="2770370"/>
            <a:ext cx="106606" cy="5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368E9D62-55FC-41C4-B7BC-BBC16914457C}"/>
              </a:ext>
            </a:extLst>
          </p:cNvPr>
          <p:cNvCxnSpPr>
            <a:stCxn id="21" idx="6"/>
            <a:endCxn id="19" idx="6"/>
          </p:cNvCxnSpPr>
          <p:nvPr/>
        </p:nvCxnSpPr>
        <p:spPr>
          <a:xfrm>
            <a:off x="7244272" y="3898069"/>
            <a:ext cx="189351" cy="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5BD61EA0-4AAB-439E-BADF-72587F6761B9}"/>
              </a:ext>
            </a:extLst>
          </p:cNvPr>
          <p:cNvCxnSpPr>
            <a:stCxn id="21" idx="4"/>
            <a:endCxn id="19" idx="4"/>
          </p:cNvCxnSpPr>
          <p:nvPr/>
        </p:nvCxnSpPr>
        <p:spPr>
          <a:xfrm rot="16200000" flipH="1">
            <a:off x="6055339" y="5056385"/>
            <a:ext cx="179146" cy="56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E6E11BE-3500-4ADD-852F-AB6C377FB26B}"/>
              </a:ext>
            </a:extLst>
          </p:cNvPr>
          <p:cNvCxnSpPr>
            <a:stCxn id="21" idx="2"/>
            <a:endCxn id="19" idx="2"/>
          </p:cNvCxnSpPr>
          <p:nvPr/>
        </p:nvCxnSpPr>
        <p:spPr>
          <a:xfrm rot="10800000" flipV="1">
            <a:off x="4861855" y="3898068"/>
            <a:ext cx="178044" cy="5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D86EDEDB-448D-4E77-B50B-B027AB162583}"/>
              </a:ext>
            </a:extLst>
          </p:cNvPr>
          <p:cNvCxnSpPr>
            <a:stCxn id="21" idx="7"/>
          </p:cNvCxnSpPr>
          <p:nvPr/>
        </p:nvCxnSpPr>
        <p:spPr>
          <a:xfrm rot="16200000" flipH="1" flipV="1">
            <a:off x="6209039" y="3221929"/>
            <a:ext cx="793985" cy="630834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0C72D18B-5E48-415D-967E-75A7A5F72712}"/>
              </a:ext>
            </a:extLst>
          </p:cNvPr>
          <p:cNvCxnSpPr/>
          <p:nvPr/>
        </p:nvCxnSpPr>
        <p:spPr>
          <a:xfrm rot="16200000" flipH="1">
            <a:off x="6112020" y="4112934"/>
            <a:ext cx="785818" cy="428628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AD05FAA0-1087-4889-B868-012B1A9F9E52}"/>
              </a:ext>
            </a:extLst>
          </p:cNvPr>
          <p:cNvGrpSpPr/>
          <p:nvPr/>
        </p:nvGrpSpPr>
        <p:grpSpPr>
          <a:xfrm>
            <a:off x="5647673" y="3148521"/>
            <a:ext cx="755650" cy="500066"/>
            <a:chOff x="5197475" y="4357688"/>
            <a:chExt cx="827088" cy="750887"/>
          </a:xfrm>
        </p:grpSpPr>
        <p:sp>
          <p:nvSpPr>
            <p:cNvPr id="29" name="Rectangle 9">
              <a:extLst>
                <a:ext uri="{FF2B5EF4-FFF2-40B4-BE49-F238E27FC236}">
                  <a16:creationId xmlns:a16="http://schemas.microsoft.com/office/drawing/2014/main" id="{7CB4D1CF-3CB5-49DA-B09D-297FFE9078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1650" y="5054600"/>
              <a:ext cx="52388" cy="53975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0" name="Freeform 11">
              <a:extLst>
                <a:ext uri="{FF2B5EF4-FFF2-40B4-BE49-F238E27FC236}">
                  <a16:creationId xmlns:a16="http://schemas.microsoft.com/office/drawing/2014/main" id="{92809CE6-CEA7-415E-ABE9-A765B018483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250" y="4641850"/>
              <a:ext cx="254000" cy="92075"/>
            </a:xfrm>
            <a:custGeom>
              <a:avLst/>
              <a:gdLst/>
              <a:ahLst/>
              <a:cxnLst>
                <a:cxn ang="0">
                  <a:pos x="312" y="79"/>
                </a:cxn>
                <a:cxn ang="0">
                  <a:pos x="312" y="79"/>
                </a:cxn>
                <a:cxn ang="0">
                  <a:pos x="297" y="69"/>
                </a:cxn>
                <a:cxn ang="0">
                  <a:pos x="282" y="60"/>
                </a:cxn>
                <a:cxn ang="0">
                  <a:pos x="265" y="52"/>
                </a:cxn>
                <a:cxn ang="0">
                  <a:pos x="249" y="45"/>
                </a:cxn>
                <a:cxn ang="0">
                  <a:pos x="232" y="38"/>
                </a:cxn>
                <a:cxn ang="0">
                  <a:pos x="215" y="31"/>
                </a:cxn>
                <a:cxn ang="0">
                  <a:pos x="196" y="26"/>
                </a:cxn>
                <a:cxn ang="0">
                  <a:pos x="179" y="20"/>
                </a:cxn>
                <a:cxn ang="0">
                  <a:pos x="159" y="15"/>
                </a:cxn>
                <a:cxn ang="0">
                  <a:pos x="141" y="12"/>
                </a:cxn>
                <a:cxn ang="0">
                  <a:pos x="121" y="8"/>
                </a:cxn>
                <a:cxn ang="0">
                  <a:pos x="102" y="5"/>
                </a:cxn>
                <a:cxn ang="0">
                  <a:pos x="82" y="4"/>
                </a:cxn>
                <a:cxn ang="0">
                  <a:pos x="62" y="1"/>
                </a:cxn>
                <a:cxn ang="0">
                  <a:pos x="42" y="0"/>
                </a:cxn>
                <a:cxn ang="0">
                  <a:pos x="21" y="0"/>
                </a:cxn>
                <a:cxn ang="0">
                  <a:pos x="13" y="1"/>
                </a:cxn>
                <a:cxn ang="0">
                  <a:pos x="6" y="6"/>
                </a:cxn>
                <a:cxn ang="0">
                  <a:pos x="2" y="13"/>
                </a:cxn>
                <a:cxn ang="0">
                  <a:pos x="0" y="21"/>
                </a:cxn>
                <a:cxn ang="0">
                  <a:pos x="2" y="29"/>
                </a:cxn>
                <a:cxn ang="0">
                  <a:pos x="6" y="36"/>
                </a:cxn>
                <a:cxn ang="0">
                  <a:pos x="13" y="41"/>
                </a:cxn>
                <a:cxn ang="0">
                  <a:pos x="21" y="42"/>
                </a:cxn>
                <a:cxn ang="0">
                  <a:pos x="40" y="42"/>
                </a:cxn>
                <a:cxn ang="0">
                  <a:pos x="58" y="43"/>
                </a:cxn>
                <a:cxn ang="0">
                  <a:pos x="78" y="44"/>
                </a:cxn>
                <a:cxn ang="0">
                  <a:pos x="96" y="46"/>
                </a:cxn>
                <a:cxn ang="0">
                  <a:pos x="113" y="50"/>
                </a:cxn>
                <a:cxn ang="0">
                  <a:pos x="132" y="52"/>
                </a:cxn>
                <a:cxn ang="0">
                  <a:pos x="149" y="57"/>
                </a:cxn>
                <a:cxn ang="0">
                  <a:pos x="166" y="60"/>
                </a:cxn>
                <a:cxn ang="0">
                  <a:pos x="184" y="66"/>
                </a:cxn>
                <a:cxn ang="0">
                  <a:pos x="200" y="71"/>
                </a:cxn>
                <a:cxn ang="0">
                  <a:pos x="216" y="76"/>
                </a:cxn>
                <a:cxn ang="0">
                  <a:pos x="232" y="83"/>
                </a:cxn>
                <a:cxn ang="0">
                  <a:pos x="247" y="90"/>
                </a:cxn>
                <a:cxn ang="0">
                  <a:pos x="262" y="97"/>
                </a:cxn>
                <a:cxn ang="0">
                  <a:pos x="276" y="105"/>
                </a:cxn>
                <a:cxn ang="0">
                  <a:pos x="290" y="113"/>
                </a:cxn>
                <a:cxn ang="0">
                  <a:pos x="297" y="115"/>
                </a:cxn>
                <a:cxn ang="0">
                  <a:pos x="305" y="115"/>
                </a:cxn>
                <a:cxn ang="0">
                  <a:pos x="312" y="113"/>
                </a:cxn>
                <a:cxn ang="0">
                  <a:pos x="317" y="107"/>
                </a:cxn>
                <a:cxn ang="0">
                  <a:pos x="321" y="99"/>
                </a:cxn>
                <a:cxn ang="0">
                  <a:pos x="321" y="91"/>
                </a:cxn>
                <a:cxn ang="0">
                  <a:pos x="317" y="84"/>
                </a:cxn>
                <a:cxn ang="0">
                  <a:pos x="312" y="79"/>
                </a:cxn>
              </a:cxnLst>
              <a:rect l="0" t="0" r="r" b="b"/>
              <a:pathLst>
                <a:path w="321" h="115">
                  <a:moveTo>
                    <a:pt x="312" y="79"/>
                  </a:moveTo>
                  <a:lnTo>
                    <a:pt x="312" y="79"/>
                  </a:lnTo>
                  <a:lnTo>
                    <a:pt x="297" y="69"/>
                  </a:lnTo>
                  <a:lnTo>
                    <a:pt x="282" y="60"/>
                  </a:lnTo>
                  <a:lnTo>
                    <a:pt x="265" y="52"/>
                  </a:lnTo>
                  <a:lnTo>
                    <a:pt x="249" y="45"/>
                  </a:lnTo>
                  <a:lnTo>
                    <a:pt x="232" y="38"/>
                  </a:lnTo>
                  <a:lnTo>
                    <a:pt x="215" y="31"/>
                  </a:lnTo>
                  <a:lnTo>
                    <a:pt x="196" y="26"/>
                  </a:lnTo>
                  <a:lnTo>
                    <a:pt x="179" y="20"/>
                  </a:lnTo>
                  <a:lnTo>
                    <a:pt x="159" y="15"/>
                  </a:lnTo>
                  <a:lnTo>
                    <a:pt x="141" y="12"/>
                  </a:lnTo>
                  <a:lnTo>
                    <a:pt x="121" y="8"/>
                  </a:lnTo>
                  <a:lnTo>
                    <a:pt x="102" y="5"/>
                  </a:lnTo>
                  <a:lnTo>
                    <a:pt x="82" y="4"/>
                  </a:lnTo>
                  <a:lnTo>
                    <a:pt x="62" y="1"/>
                  </a:lnTo>
                  <a:lnTo>
                    <a:pt x="42" y="0"/>
                  </a:lnTo>
                  <a:lnTo>
                    <a:pt x="21" y="0"/>
                  </a:lnTo>
                  <a:lnTo>
                    <a:pt x="13" y="1"/>
                  </a:lnTo>
                  <a:lnTo>
                    <a:pt x="6" y="6"/>
                  </a:lnTo>
                  <a:lnTo>
                    <a:pt x="2" y="13"/>
                  </a:lnTo>
                  <a:lnTo>
                    <a:pt x="0" y="21"/>
                  </a:lnTo>
                  <a:lnTo>
                    <a:pt x="2" y="29"/>
                  </a:lnTo>
                  <a:lnTo>
                    <a:pt x="6" y="36"/>
                  </a:lnTo>
                  <a:lnTo>
                    <a:pt x="13" y="41"/>
                  </a:lnTo>
                  <a:lnTo>
                    <a:pt x="21" y="42"/>
                  </a:lnTo>
                  <a:lnTo>
                    <a:pt x="40" y="42"/>
                  </a:lnTo>
                  <a:lnTo>
                    <a:pt x="58" y="43"/>
                  </a:lnTo>
                  <a:lnTo>
                    <a:pt x="78" y="44"/>
                  </a:lnTo>
                  <a:lnTo>
                    <a:pt x="96" y="46"/>
                  </a:lnTo>
                  <a:lnTo>
                    <a:pt x="113" y="50"/>
                  </a:lnTo>
                  <a:lnTo>
                    <a:pt x="132" y="52"/>
                  </a:lnTo>
                  <a:lnTo>
                    <a:pt x="149" y="57"/>
                  </a:lnTo>
                  <a:lnTo>
                    <a:pt x="166" y="60"/>
                  </a:lnTo>
                  <a:lnTo>
                    <a:pt x="184" y="66"/>
                  </a:lnTo>
                  <a:lnTo>
                    <a:pt x="200" y="71"/>
                  </a:lnTo>
                  <a:lnTo>
                    <a:pt x="216" y="76"/>
                  </a:lnTo>
                  <a:lnTo>
                    <a:pt x="232" y="83"/>
                  </a:lnTo>
                  <a:lnTo>
                    <a:pt x="247" y="90"/>
                  </a:lnTo>
                  <a:lnTo>
                    <a:pt x="262" y="97"/>
                  </a:lnTo>
                  <a:lnTo>
                    <a:pt x="276" y="105"/>
                  </a:lnTo>
                  <a:lnTo>
                    <a:pt x="290" y="113"/>
                  </a:lnTo>
                  <a:lnTo>
                    <a:pt x="297" y="115"/>
                  </a:lnTo>
                  <a:lnTo>
                    <a:pt x="305" y="115"/>
                  </a:lnTo>
                  <a:lnTo>
                    <a:pt x="312" y="113"/>
                  </a:lnTo>
                  <a:lnTo>
                    <a:pt x="317" y="107"/>
                  </a:lnTo>
                  <a:lnTo>
                    <a:pt x="321" y="99"/>
                  </a:lnTo>
                  <a:lnTo>
                    <a:pt x="321" y="91"/>
                  </a:lnTo>
                  <a:lnTo>
                    <a:pt x="317" y="84"/>
                  </a:lnTo>
                  <a:lnTo>
                    <a:pt x="312" y="7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1" name="Freeform 12">
              <a:extLst>
                <a:ext uri="{FF2B5EF4-FFF2-40B4-BE49-F238E27FC236}">
                  <a16:creationId xmlns:a16="http://schemas.microsoft.com/office/drawing/2014/main" id="{6667E18F-65D0-4B96-9EA9-CE20FFEC90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1500" y="4525963"/>
              <a:ext cx="258763" cy="93662"/>
            </a:xfrm>
            <a:custGeom>
              <a:avLst/>
              <a:gdLst/>
              <a:ahLst/>
              <a:cxnLst>
                <a:cxn ang="0">
                  <a:pos x="32" y="115"/>
                </a:cxn>
                <a:cxn ang="0">
                  <a:pos x="32" y="115"/>
                </a:cxn>
                <a:cxn ang="0">
                  <a:pos x="46" y="107"/>
                </a:cxn>
                <a:cxn ang="0">
                  <a:pos x="59" y="98"/>
                </a:cxn>
                <a:cxn ang="0">
                  <a:pos x="73" y="91"/>
                </a:cxn>
                <a:cxn ang="0">
                  <a:pos x="89" y="84"/>
                </a:cxn>
                <a:cxn ang="0">
                  <a:pos x="104" y="77"/>
                </a:cxn>
                <a:cxn ang="0">
                  <a:pos x="122" y="71"/>
                </a:cxn>
                <a:cxn ang="0">
                  <a:pos x="138" y="66"/>
                </a:cxn>
                <a:cxn ang="0">
                  <a:pos x="155" y="61"/>
                </a:cxn>
                <a:cxn ang="0">
                  <a:pos x="174" y="56"/>
                </a:cxn>
                <a:cxn ang="0">
                  <a:pos x="191" y="52"/>
                </a:cxn>
                <a:cxn ang="0">
                  <a:pos x="209" y="49"/>
                </a:cxn>
                <a:cxn ang="0">
                  <a:pos x="228" y="46"/>
                </a:cxn>
                <a:cxn ang="0">
                  <a:pos x="247" y="44"/>
                </a:cxn>
                <a:cxn ang="0">
                  <a:pos x="266" y="43"/>
                </a:cxn>
                <a:cxn ang="0">
                  <a:pos x="285" y="41"/>
                </a:cxn>
                <a:cxn ang="0">
                  <a:pos x="305" y="41"/>
                </a:cxn>
                <a:cxn ang="0">
                  <a:pos x="313" y="40"/>
                </a:cxn>
                <a:cxn ang="0">
                  <a:pos x="320" y="36"/>
                </a:cxn>
                <a:cxn ang="0">
                  <a:pos x="324" y="29"/>
                </a:cxn>
                <a:cxn ang="0">
                  <a:pos x="326" y="21"/>
                </a:cxn>
                <a:cxn ang="0">
                  <a:pos x="324" y="13"/>
                </a:cxn>
                <a:cxn ang="0">
                  <a:pos x="320" y="6"/>
                </a:cxn>
                <a:cxn ang="0">
                  <a:pos x="313" y="1"/>
                </a:cxn>
                <a:cxn ang="0">
                  <a:pos x="305" y="0"/>
                </a:cxn>
                <a:cxn ang="0">
                  <a:pos x="284" y="0"/>
                </a:cxn>
                <a:cxn ang="0">
                  <a:pos x="263" y="1"/>
                </a:cxn>
                <a:cxn ang="0">
                  <a:pos x="243" y="3"/>
                </a:cxn>
                <a:cxn ang="0">
                  <a:pos x="222" y="6"/>
                </a:cxn>
                <a:cxn ang="0">
                  <a:pos x="202" y="8"/>
                </a:cxn>
                <a:cxn ang="0">
                  <a:pos x="182" y="13"/>
                </a:cxn>
                <a:cxn ang="0">
                  <a:pos x="162" y="16"/>
                </a:cxn>
                <a:cxn ang="0">
                  <a:pos x="144" y="22"/>
                </a:cxn>
                <a:cxn ang="0">
                  <a:pos x="124" y="26"/>
                </a:cxn>
                <a:cxn ang="0">
                  <a:pos x="107" y="33"/>
                </a:cxn>
                <a:cxn ang="0">
                  <a:pos x="88" y="40"/>
                </a:cxn>
                <a:cxn ang="0">
                  <a:pos x="71" y="47"/>
                </a:cxn>
                <a:cxn ang="0">
                  <a:pos x="54" y="55"/>
                </a:cxn>
                <a:cxn ang="0">
                  <a:pos x="38" y="63"/>
                </a:cxn>
                <a:cxn ang="0">
                  <a:pos x="23" y="73"/>
                </a:cxn>
                <a:cxn ang="0">
                  <a:pos x="8" y="82"/>
                </a:cxn>
                <a:cxn ang="0">
                  <a:pos x="2" y="88"/>
                </a:cxn>
                <a:cxn ang="0">
                  <a:pos x="0" y="94"/>
                </a:cxn>
                <a:cxn ang="0">
                  <a:pos x="0" y="102"/>
                </a:cxn>
                <a:cxn ang="0">
                  <a:pos x="3" y="111"/>
                </a:cxn>
                <a:cxn ang="0">
                  <a:pos x="9" y="116"/>
                </a:cxn>
                <a:cxn ang="0">
                  <a:pos x="16" y="119"/>
                </a:cxn>
                <a:cxn ang="0">
                  <a:pos x="24" y="119"/>
                </a:cxn>
                <a:cxn ang="0">
                  <a:pos x="32" y="115"/>
                </a:cxn>
              </a:cxnLst>
              <a:rect l="0" t="0" r="r" b="b"/>
              <a:pathLst>
                <a:path w="326" h="119">
                  <a:moveTo>
                    <a:pt x="32" y="115"/>
                  </a:moveTo>
                  <a:lnTo>
                    <a:pt x="32" y="115"/>
                  </a:lnTo>
                  <a:lnTo>
                    <a:pt x="46" y="107"/>
                  </a:lnTo>
                  <a:lnTo>
                    <a:pt x="59" y="98"/>
                  </a:lnTo>
                  <a:lnTo>
                    <a:pt x="73" y="91"/>
                  </a:lnTo>
                  <a:lnTo>
                    <a:pt x="89" y="84"/>
                  </a:lnTo>
                  <a:lnTo>
                    <a:pt x="104" y="77"/>
                  </a:lnTo>
                  <a:lnTo>
                    <a:pt x="122" y="71"/>
                  </a:lnTo>
                  <a:lnTo>
                    <a:pt x="138" y="66"/>
                  </a:lnTo>
                  <a:lnTo>
                    <a:pt x="155" y="61"/>
                  </a:lnTo>
                  <a:lnTo>
                    <a:pt x="174" y="56"/>
                  </a:lnTo>
                  <a:lnTo>
                    <a:pt x="191" y="52"/>
                  </a:lnTo>
                  <a:lnTo>
                    <a:pt x="209" y="49"/>
                  </a:lnTo>
                  <a:lnTo>
                    <a:pt x="228" y="46"/>
                  </a:lnTo>
                  <a:lnTo>
                    <a:pt x="247" y="44"/>
                  </a:lnTo>
                  <a:lnTo>
                    <a:pt x="266" y="43"/>
                  </a:lnTo>
                  <a:lnTo>
                    <a:pt x="285" y="41"/>
                  </a:lnTo>
                  <a:lnTo>
                    <a:pt x="305" y="41"/>
                  </a:lnTo>
                  <a:lnTo>
                    <a:pt x="313" y="40"/>
                  </a:lnTo>
                  <a:lnTo>
                    <a:pt x="320" y="36"/>
                  </a:lnTo>
                  <a:lnTo>
                    <a:pt x="324" y="29"/>
                  </a:lnTo>
                  <a:lnTo>
                    <a:pt x="326" y="21"/>
                  </a:lnTo>
                  <a:lnTo>
                    <a:pt x="324" y="13"/>
                  </a:lnTo>
                  <a:lnTo>
                    <a:pt x="320" y="6"/>
                  </a:lnTo>
                  <a:lnTo>
                    <a:pt x="313" y="1"/>
                  </a:lnTo>
                  <a:lnTo>
                    <a:pt x="305" y="0"/>
                  </a:lnTo>
                  <a:lnTo>
                    <a:pt x="284" y="0"/>
                  </a:lnTo>
                  <a:lnTo>
                    <a:pt x="263" y="1"/>
                  </a:lnTo>
                  <a:lnTo>
                    <a:pt x="243" y="3"/>
                  </a:lnTo>
                  <a:lnTo>
                    <a:pt x="222" y="6"/>
                  </a:lnTo>
                  <a:lnTo>
                    <a:pt x="202" y="8"/>
                  </a:lnTo>
                  <a:lnTo>
                    <a:pt x="182" y="13"/>
                  </a:lnTo>
                  <a:lnTo>
                    <a:pt x="162" y="16"/>
                  </a:lnTo>
                  <a:lnTo>
                    <a:pt x="144" y="22"/>
                  </a:lnTo>
                  <a:lnTo>
                    <a:pt x="124" y="26"/>
                  </a:lnTo>
                  <a:lnTo>
                    <a:pt x="107" y="33"/>
                  </a:lnTo>
                  <a:lnTo>
                    <a:pt x="88" y="40"/>
                  </a:lnTo>
                  <a:lnTo>
                    <a:pt x="71" y="47"/>
                  </a:lnTo>
                  <a:lnTo>
                    <a:pt x="54" y="55"/>
                  </a:lnTo>
                  <a:lnTo>
                    <a:pt x="38" y="63"/>
                  </a:lnTo>
                  <a:lnTo>
                    <a:pt x="23" y="73"/>
                  </a:lnTo>
                  <a:lnTo>
                    <a:pt x="8" y="82"/>
                  </a:lnTo>
                  <a:lnTo>
                    <a:pt x="2" y="88"/>
                  </a:lnTo>
                  <a:lnTo>
                    <a:pt x="0" y="94"/>
                  </a:lnTo>
                  <a:lnTo>
                    <a:pt x="0" y="102"/>
                  </a:lnTo>
                  <a:lnTo>
                    <a:pt x="3" y="111"/>
                  </a:lnTo>
                  <a:lnTo>
                    <a:pt x="9" y="116"/>
                  </a:lnTo>
                  <a:lnTo>
                    <a:pt x="16" y="119"/>
                  </a:lnTo>
                  <a:lnTo>
                    <a:pt x="24" y="119"/>
                  </a:lnTo>
                  <a:lnTo>
                    <a:pt x="32" y="1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13">
              <a:extLst>
                <a:ext uri="{FF2B5EF4-FFF2-40B4-BE49-F238E27FC236}">
                  <a16:creationId xmlns:a16="http://schemas.microsoft.com/office/drawing/2014/main" id="{AEF181E1-6D55-41BC-B05E-17954949F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56263" y="4641850"/>
              <a:ext cx="254000" cy="92075"/>
            </a:xfrm>
            <a:custGeom>
              <a:avLst/>
              <a:gdLst/>
              <a:ahLst/>
              <a:cxnLst>
                <a:cxn ang="0">
                  <a:pos x="300" y="0"/>
                </a:cxn>
                <a:cxn ang="0">
                  <a:pos x="279" y="0"/>
                </a:cxn>
                <a:cxn ang="0">
                  <a:pos x="258" y="1"/>
                </a:cxn>
                <a:cxn ang="0">
                  <a:pos x="239" y="4"/>
                </a:cxn>
                <a:cxn ang="0">
                  <a:pos x="219" y="5"/>
                </a:cxn>
                <a:cxn ang="0">
                  <a:pos x="200" y="8"/>
                </a:cxn>
                <a:cxn ang="0">
                  <a:pos x="180" y="12"/>
                </a:cxn>
                <a:cxn ang="0">
                  <a:pos x="160" y="15"/>
                </a:cxn>
                <a:cxn ang="0">
                  <a:pos x="142" y="20"/>
                </a:cxn>
                <a:cxn ang="0">
                  <a:pos x="124" y="26"/>
                </a:cxn>
                <a:cxn ang="0">
                  <a:pos x="106" y="31"/>
                </a:cxn>
                <a:cxn ang="0">
                  <a:pos x="89" y="38"/>
                </a:cxn>
                <a:cxn ang="0">
                  <a:pos x="72" y="45"/>
                </a:cxn>
                <a:cxn ang="0">
                  <a:pos x="56" y="52"/>
                </a:cxn>
                <a:cxn ang="0">
                  <a:pos x="40" y="60"/>
                </a:cxn>
                <a:cxn ang="0">
                  <a:pos x="25" y="69"/>
                </a:cxn>
                <a:cxn ang="0">
                  <a:pos x="10" y="79"/>
                </a:cxn>
                <a:cxn ang="0">
                  <a:pos x="10" y="79"/>
                </a:cxn>
                <a:cxn ang="0">
                  <a:pos x="4" y="84"/>
                </a:cxn>
                <a:cxn ang="0">
                  <a:pos x="0" y="91"/>
                </a:cxn>
                <a:cxn ang="0">
                  <a:pos x="0" y="99"/>
                </a:cxn>
                <a:cxn ang="0">
                  <a:pos x="3" y="107"/>
                </a:cxn>
                <a:cxn ang="0">
                  <a:pos x="8" y="113"/>
                </a:cxn>
                <a:cxn ang="0">
                  <a:pos x="16" y="115"/>
                </a:cxn>
                <a:cxn ang="0">
                  <a:pos x="25" y="115"/>
                </a:cxn>
                <a:cxn ang="0">
                  <a:pos x="31" y="113"/>
                </a:cxn>
                <a:cxn ang="0">
                  <a:pos x="45" y="105"/>
                </a:cxn>
                <a:cxn ang="0">
                  <a:pos x="59" y="97"/>
                </a:cxn>
                <a:cxn ang="0">
                  <a:pos x="74" y="90"/>
                </a:cxn>
                <a:cxn ang="0">
                  <a:pos x="89" y="83"/>
                </a:cxn>
                <a:cxn ang="0">
                  <a:pos x="105" y="76"/>
                </a:cxn>
                <a:cxn ang="0">
                  <a:pos x="121" y="71"/>
                </a:cxn>
                <a:cxn ang="0">
                  <a:pos x="137" y="66"/>
                </a:cxn>
                <a:cxn ang="0">
                  <a:pos x="155" y="60"/>
                </a:cxn>
                <a:cxn ang="0">
                  <a:pos x="172" y="57"/>
                </a:cxn>
                <a:cxn ang="0">
                  <a:pos x="189" y="52"/>
                </a:cxn>
                <a:cxn ang="0">
                  <a:pos x="208" y="50"/>
                </a:cxn>
                <a:cxn ang="0">
                  <a:pos x="225" y="46"/>
                </a:cxn>
                <a:cxn ang="0">
                  <a:pos x="243" y="44"/>
                </a:cxn>
                <a:cxn ang="0">
                  <a:pos x="263" y="43"/>
                </a:cxn>
                <a:cxn ang="0">
                  <a:pos x="281" y="42"/>
                </a:cxn>
                <a:cxn ang="0">
                  <a:pos x="300" y="42"/>
                </a:cxn>
                <a:cxn ang="0">
                  <a:pos x="308" y="41"/>
                </a:cxn>
                <a:cxn ang="0">
                  <a:pos x="315" y="36"/>
                </a:cxn>
                <a:cxn ang="0">
                  <a:pos x="319" y="29"/>
                </a:cxn>
                <a:cxn ang="0">
                  <a:pos x="321" y="21"/>
                </a:cxn>
                <a:cxn ang="0">
                  <a:pos x="319" y="13"/>
                </a:cxn>
                <a:cxn ang="0">
                  <a:pos x="315" y="6"/>
                </a:cxn>
                <a:cxn ang="0">
                  <a:pos x="308" y="1"/>
                </a:cxn>
                <a:cxn ang="0">
                  <a:pos x="300" y="0"/>
                </a:cxn>
              </a:cxnLst>
              <a:rect l="0" t="0" r="r" b="b"/>
              <a:pathLst>
                <a:path w="321" h="115">
                  <a:moveTo>
                    <a:pt x="300" y="0"/>
                  </a:moveTo>
                  <a:lnTo>
                    <a:pt x="279" y="0"/>
                  </a:lnTo>
                  <a:lnTo>
                    <a:pt x="258" y="1"/>
                  </a:lnTo>
                  <a:lnTo>
                    <a:pt x="239" y="4"/>
                  </a:lnTo>
                  <a:lnTo>
                    <a:pt x="219" y="5"/>
                  </a:lnTo>
                  <a:lnTo>
                    <a:pt x="200" y="8"/>
                  </a:lnTo>
                  <a:lnTo>
                    <a:pt x="180" y="12"/>
                  </a:lnTo>
                  <a:lnTo>
                    <a:pt x="160" y="15"/>
                  </a:lnTo>
                  <a:lnTo>
                    <a:pt x="142" y="20"/>
                  </a:lnTo>
                  <a:lnTo>
                    <a:pt x="124" y="26"/>
                  </a:lnTo>
                  <a:lnTo>
                    <a:pt x="106" y="31"/>
                  </a:lnTo>
                  <a:lnTo>
                    <a:pt x="89" y="38"/>
                  </a:lnTo>
                  <a:lnTo>
                    <a:pt x="72" y="45"/>
                  </a:lnTo>
                  <a:lnTo>
                    <a:pt x="56" y="52"/>
                  </a:lnTo>
                  <a:lnTo>
                    <a:pt x="40" y="60"/>
                  </a:lnTo>
                  <a:lnTo>
                    <a:pt x="25" y="69"/>
                  </a:lnTo>
                  <a:lnTo>
                    <a:pt x="10" y="79"/>
                  </a:lnTo>
                  <a:lnTo>
                    <a:pt x="10" y="79"/>
                  </a:lnTo>
                  <a:lnTo>
                    <a:pt x="4" y="84"/>
                  </a:lnTo>
                  <a:lnTo>
                    <a:pt x="0" y="91"/>
                  </a:lnTo>
                  <a:lnTo>
                    <a:pt x="0" y="99"/>
                  </a:lnTo>
                  <a:lnTo>
                    <a:pt x="3" y="107"/>
                  </a:lnTo>
                  <a:lnTo>
                    <a:pt x="8" y="113"/>
                  </a:lnTo>
                  <a:lnTo>
                    <a:pt x="16" y="115"/>
                  </a:lnTo>
                  <a:lnTo>
                    <a:pt x="25" y="115"/>
                  </a:lnTo>
                  <a:lnTo>
                    <a:pt x="31" y="113"/>
                  </a:lnTo>
                  <a:lnTo>
                    <a:pt x="45" y="105"/>
                  </a:lnTo>
                  <a:lnTo>
                    <a:pt x="59" y="97"/>
                  </a:lnTo>
                  <a:lnTo>
                    <a:pt x="74" y="90"/>
                  </a:lnTo>
                  <a:lnTo>
                    <a:pt x="89" y="83"/>
                  </a:lnTo>
                  <a:lnTo>
                    <a:pt x="105" y="76"/>
                  </a:lnTo>
                  <a:lnTo>
                    <a:pt x="121" y="71"/>
                  </a:lnTo>
                  <a:lnTo>
                    <a:pt x="137" y="66"/>
                  </a:lnTo>
                  <a:lnTo>
                    <a:pt x="155" y="60"/>
                  </a:lnTo>
                  <a:lnTo>
                    <a:pt x="172" y="57"/>
                  </a:lnTo>
                  <a:lnTo>
                    <a:pt x="189" y="52"/>
                  </a:lnTo>
                  <a:lnTo>
                    <a:pt x="208" y="50"/>
                  </a:lnTo>
                  <a:lnTo>
                    <a:pt x="225" y="46"/>
                  </a:lnTo>
                  <a:lnTo>
                    <a:pt x="243" y="44"/>
                  </a:lnTo>
                  <a:lnTo>
                    <a:pt x="263" y="43"/>
                  </a:lnTo>
                  <a:lnTo>
                    <a:pt x="281" y="42"/>
                  </a:lnTo>
                  <a:lnTo>
                    <a:pt x="300" y="42"/>
                  </a:lnTo>
                  <a:lnTo>
                    <a:pt x="308" y="41"/>
                  </a:lnTo>
                  <a:lnTo>
                    <a:pt x="315" y="36"/>
                  </a:lnTo>
                  <a:lnTo>
                    <a:pt x="319" y="29"/>
                  </a:lnTo>
                  <a:lnTo>
                    <a:pt x="321" y="21"/>
                  </a:lnTo>
                  <a:lnTo>
                    <a:pt x="319" y="13"/>
                  </a:lnTo>
                  <a:lnTo>
                    <a:pt x="315" y="6"/>
                  </a:lnTo>
                  <a:lnTo>
                    <a:pt x="308" y="1"/>
                  </a:lnTo>
                  <a:lnTo>
                    <a:pt x="300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14791625-0BCC-4493-B948-EBF35FA20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250" y="4525963"/>
              <a:ext cx="258763" cy="93662"/>
            </a:xfrm>
            <a:custGeom>
              <a:avLst/>
              <a:gdLst/>
              <a:ahLst/>
              <a:cxnLst>
                <a:cxn ang="0">
                  <a:pos x="21" y="41"/>
                </a:cxn>
                <a:cxn ang="0">
                  <a:pos x="41" y="41"/>
                </a:cxn>
                <a:cxn ang="0">
                  <a:pos x="60" y="43"/>
                </a:cxn>
                <a:cxn ang="0">
                  <a:pos x="79" y="44"/>
                </a:cxn>
                <a:cxn ang="0">
                  <a:pos x="97" y="46"/>
                </a:cxn>
                <a:cxn ang="0">
                  <a:pos x="117" y="49"/>
                </a:cxn>
                <a:cxn ang="0">
                  <a:pos x="134" y="52"/>
                </a:cxn>
                <a:cxn ang="0">
                  <a:pos x="153" y="56"/>
                </a:cxn>
                <a:cxn ang="0">
                  <a:pos x="170" y="61"/>
                </a:cxn>
                <a:cxn ang="0">
                  <a:pos x="187" y="66"/>
                </a:cxn>
                <a:cxn ang="0">
                  <a:pos x="204" y="71"/>
                </a:cxn>
                <a:cxn ang="0">
                  <a:pos x="221" y="77"/>
                </a:cxn>
                <a:cxn ang="0">
                  <a:pos x="237" y="84"/>
                </a:cxn>
                <a:cxn ang="0">
                  <a:pos x="252" y="91"/>
                </a:cxn>
                <a:cxn ang="0">
                  <a:pos x="267" y="98"/>
                </a:cxn>
                <a:cxn ang="0">
                  <a:pos x="280" y="107"/>
                </a:cxn>
                <a:cxn ang="0">
                  <a:pos x="294" y="115"/>
                </a:cxn>
                <a:cxn ang="0">
                  <a:pos x="302" y="119"/>
                </a:cxn>
                <a:cxn ang="0">
                  <a:pos x="310" y="119"/>
                </a:cxn>
                <a:cxn ang="0">
                  <a:pos x="317" y="116"/>
                </a:cxn>
                <a:cxn ang="0">
                  <a:pos x="323" y="111"/>
                </a:cxn>
                <a:cxn ang="0">
                  <a:pos x="327" y="102"/>
                </a:cxn>
                <a:cxn ang="0">
                  <a:pos x="327" y="94"/>
                </a:cxn>
                <a:cxn ang="0">
                  <a:pos x="323" y="88"/>
                </a:cxn>
                <a:cxn ang="0">
                  <a:pos x="317" y="82"/>
                </a:cxn>
                <a:cxn ang="0">
                  <a:pos x="302" y="73"/>
                </a:cxn>
                <a:cxn ang="0">
                  <a:pos x="287" y="63"/>
                </a:cxn>
                <a:cxn ang="0">
                  <a:pos x="271" y="55"/>
                </a:cxn>
                <a:cxn ang="0">
                  <a:pos x="255" y="47"/>
                </a:cxn>
                <a:cxn ang="0">
                  <a:pos x="238" y="40"/>
                </a:cxn>
                <a:cxn ang="0">
                  <a:pos x="219" y="33"/>
                </a:cxn>
                <a:cxn ang="0">
                  <a:pos x="201" y="26"/>
                </a:cxn>
                <a:cxn ang="0">
                  <a:pos x="183" y="22"/>
                </a:cxn>
                <a:cxn ang="0">
                  <a:pos x="163" y="16"/>
                </a:cxn>
                <a:cxn ang="0">
                  <a:pos x="144" y="13"/>
                </a:cxn>
                <a:cxn ang="0">
                  <a:pos x="124" y="8"/>
                </a:cxn>
                <a:cxn ang="0">
                  <a:pos x="104" y="6"/>
                </a:cxn>
                <a:cxn ang="0">
                  <a:pos x="83" y="3"/>
                </a:cxn>
                <a:cxn ang="0">
                  <a:pos x="63" y="1"/>
                </a:cxn>
                <a:cxn ang="0">
                  <a:pos x="42" y="0"/>
                </a:cxn>
                <a:cxn ang="0">
                  <a:pos x="21" y="0"/>
                </a:cxn>
                <a:cxn ang="0">
                  <a:pos x="13" y="1"/>
                </a:cxn>
                <a:cxn ang="0">
                  <a:pos x="6" y="6"/>
                </a:cxn>
                <a:cxn ang="0">
                  <a:pos x="2" y="13"/>
                </a:cxn>
                <a:cxn ang="0">
                  <a:pos x="0" y="21"/>
                </a:cxn>
                <a:cxn ang="0">
                  <a:pos x="2" y="29"/>
                </a:cxn>
                <a:cxn ang="0">
                  <a:pos x="6" y="36"/>
                </a:cxn>
                <a:cxn ang="0">
                  <a:pos x="13" y="40"/>
                </a:cxn>
                <a:cxn ang="0">
                  <a:pos x="21" y="41"/>
                </a:cxn>
              </a:cxnLst>
              <a:rect l="0" t="0" r="r" b="b"/>
              <a:pathLst>
                <a:path w="327" h="119">
                  <a:moveTo>
                    <a:pt x="21" y="41"/>
                  </a:moveTo>
                  <a:lnTo>
                    <a:pt x="41" y="41"/>
                  </a:lnTo>
                  <a:lnTo>
                    <a:pt x="60" y="43"/>
                  </a:lnTo>
                  <a:lnTo>
                    <a:pt x="79" y="44"/>
                  </a:lnTo>
                  <a:lnTo>
                    <a:pt x="97" y="46"/>
                  </a:lnTo>
                  <a:lnTo>
                    <a:pt x="117" y="49"/>
                  </a:lnTo>
                  <a:lnTo>
                    <a:pt x="134" y="52"/>
                  </a:lnTo>
                  <a:lnTo>
                    <a:pt x="153" y="56"/>
                  </a:lnTo>
                  <a:lnTo>
                    <a:pt x="170" y="61"/>
                  </a:lnTo>
                  <a:lnTo>
                    <a:pt x="187" y="66"/>
                  </a:lnTo>
                  <a:lnTo>
                    <a:pt x="204" y="71"/>
                  </a:lnTo>
                  <a:lnTo>
                    <a:pt x="221" y="77"/>
                  </a:lnTo>
                  <a:lnTo>
                    <a:pt x="237" y="84"/>
                  </a:lnTo>
                  <a:lnTo>
                    <a:pt x="252" y="91"/>
                  </a:lnTo>
                  <a:lnTo>
                    <a:pt x="267" y="98"/>
                  </a:lnTo>
                  <a:lnTo>
                    <a:pt x="280" y="107"/>
                  </a:lnTo>
                  <a:lnTo>
                    <a:pt x="294" y="115"/>
                  </a:lnTo>
                  <a:lnTo>
                    <a:pt x="302" y="119"/>
                  </a:lnTo>
                  <a:lnTo>
                    <a:pt x="310" y="119"/>
                  </a:lnTo>
                  <a:lnTo>
                    <a:pt x="317" y="116"/>
                  </a:lnTo>
                  <a:lnTo>
                    <a:pt x="323" y="111"/>
                  </a:lnTo>
                  <a:lnTo>
                    <a:pt x="327" y="102"/>
                  </a:lnTo>
                  <a:lnTo>
                    <a:pt x="327" y="94"/>
                  </a:lnTo>
                  <a:lnTo>
                    <a:pt x="323" y="88"/>
                  </a:lnTo>
                  <a:lnTo>
                    <a:pt x="317" y="82"/>
                  </a:lnTo>
                  <a:lnTo>
                    <a:pt x="302" y="73"/>
                  </a:lnTo>
                  <a:lnTo>
                    <a:pt x="287" y="63"/>
                  </a:lnTo>
                  <a:lnTo>
                    <a:pt x="271" y="55"/>
                  </a:lnTo>
                  <a:lnTo>
                    <a:pt x="255" y="47"/>
                  </a:lnTo>
                  <a:lnTo>
                    <a:pt x="238" y="40"/>
                  </a:lnTo>
                  <a:lnTo>
                    <a:pt x="219" y="33"/>
                  </a:lnTo>
                  <a:lnTo>
                    <a:pt x="201" y="26"/>
                  </a:lnTo>
                  <a:lnTo>
                    <a:pt x="183" y="22"/>
                  </a:lnTo>
                  <a:lnTo>
                    <a:pt x="163" y="16"/>
                  </a:lnTo>
                  <a:lnTo>
                    <a:pt x="144" y="13"/>
                  </a:lnTo>
                  <a:lnTo>
                    <a:pt x="124" y="8"/>
                  </a:lnTo>
                  <a:lnTo>
                    <a:pt x="104" y="6"/>
                  </a:lnTo>
                  <a:lnTo>
                    <a:pt x="83" y="3"/>
                  </a:lnTo>
                  <a:lnTo>
                    <a:pt x="63" y="1"/>
                  </a:lnTo>
                  <a:lnTo>
                    <a:pt x="42" y="0"/>
                  </a:lnTo>
                  <a:lnTo>
                    <a:pt x="21" y="0"/>
                  </a:lnTo>
                  <a:lnTo>
                    <a:pt x="13" y="1"/>
                  </a:lnTo>
                  <a:lnTo>
                    <a:pt x="6" y="6"/>
                  </a:lnTo>
                  <a:lnTo>
                    <a:pt x="2" y="13"/>
                  </a:lnTo>
                  <a:lnTo>
                    <a:pt x="0" y="21"/>
                  </a:lnTo>
                  <a:lnTo>
                    <a:pt x="2" y="29"/>
                  </a:lnTo>
                  <a:lnTo>
                    <a:pt x="6" y="36"/>
                  </a:lnTo>
                  <a:lnTo>
                    <a:pt x="13" y="40"/>
                  </a:lnTo>
                  <a:lnTo>
                    <a:pt x="21" y="41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15">
              <a:extLst>
                <a:ext uri="{FF2B5EF4-FFF2-40B4-BE49-F238E27FC236}">
                  <a16:creationId xmlns:a16="http://schemas.microsoft.com/office/drawing/2014/main" id="{260CA2B2-BDFC-4411-9E26-F85E58768C69}"/>
                </a:ext>
              </a:extLst>
            </p:cNvPr>
            <p:cNvSpPr>
              <a:spLocks/>
            </p:cNvSpPr>
            <p:nvPr/>
          </p:nvSpPr>
          <p:spPr bwMode="auto">
            <a:xfrm>
              <a:off x="5808663" y="4776788"/>
              <a:ext cx="49213" cy="65087"/>
            </a:xfrm>
            <a:custGeom>
              <a:avLst/>
              <a:gdLst/>
              <a:ahLst/>
              <a:cxnLst>
                <a:cxn ang="0">
                  <a:pos x="24" y="83"/>
                </a:cxn>
                <a:cxn ang="0">
                  <a:pos x="28" y="81"/>
                </a:cxn>
                <a:cxn ang="0">
                  <a:pos x="33" y="81"/>
                </a:cxn>
                <a:cxn ang="0">
                  <a:pos x="38" y="80"/>
                </a:cxn>
                <a:cxn ang="0">
                  <a:pos x="43" y="79"/>
                </a:cxn>
                <a:cxn ang="0">
                  <a:pos x="48" y="78"/>
                </a:cxn>
                <a:cxn ang="0">
                  <a:pos x="53" y="78"/>
                </a:cxn>
                <a:cxn ang="0">
                  <a:pos x="57" y="77"/>
                </a:cxn>
                <a:cxn ang="0">
                  <a:pos x="62" y="77"/>
                </a:cxn>
                <a:cxn ang="0">
                  <a:pos x="55" y="66"/>
                </a:cxn>
                <a:cxn ang="0">
                  <a:pos x="49" y="56"/>
                </a:cxn>
                <a:cxn ang="0">
                  <a:pos x="43" y="46"/>
                </a:cxn>
                <a:cxn ang="0">
                  <a:pos x="38" y="35"/>
                </a:cxn>
                <a:cxn ang="0">
                  <a:pos x="32" y="26"/>
                </a:cxn>
                <a:cxn ang="0">
                  <a:pos x="26" y="17"/>
                </a:cxn>
                <a:cxn ang="0">
                  <a:pos x="21" y="8"/>
                </a:cxn>
                <a:cxn ang="0">
                  <a:pos x="16" y="0"/>
                </a:cxn>
                <a:cxn ang="0">
                  <a:pos x="12" y="1"/>
                </a:cxn>
                <a:cxn ang="0">
                  <a:pos x="8" y="1"/>
                </a:cxn>
                <a:cxn ang="0">
                  <a:pos x="4" y="1"/>
                </a:cxn>
                <a:cxn ang="0">
                  <a:pos x="0" y="2"/>
                </a:cxn>
                <a:cxn ang="0">
                  <a:pos x="24" y="83"/>
                </a:cxn>
              </a:cxnLst>
              <a:rect l="0" t="0" r="r" b="b"/>
              <a:pathLst>
                <a:path w="62" h="83">
                  <a:moveTo>
                    <a:pt x="24" y="83"/>
                  </a:moveTo>
                  <a:lnTo>
                    <a:pt x="28" y="81"/>
                  </a:lnTo>
                  <a:lnTo>
                    <a:pt x="33" y="81"/>
                  </a:lnTo>
                  <a:lnTo>
                    <a:pt x="38" y="80"/>
                  </a:lnTo>
                  <a:lnTo>
                    <a:pt x="43" y="79"/>
                  </a:lnTo>
                  <a:lnTo>
                    <a:pt x="48" y="78"/>
                  </a:lnTo>
                  <a:lnTo>
                    <a:pt x="53" y="78"/>
                  </a:lnTo>
                  <a:lnTo>
                    <a:pt x="57" y="77"/>
                  </a:lnTo>
                  <a:lnTo>
                    <a:pt x="62" y="77"/>
                  </a:lnTo>
                  <a:lnTo>
                    <a:pt x="55" y="66"/>
                  </a:lnTo>
                  <a:lnTo>
                    <a:pt x="49" y="56"/>
                  </a:lnTo>
                  <a:lnTo>
                    <a:pt x="43" y="46"/>
                  </a:lnTo>
                  <a:lnTo>
                    <a:pt x="38" y="35"/>
                  </a:lnTo>
                  <a:lnTo>
                    <a:pt x="32" y="26"/>
                  </a:lnTo>
                  <a:lnTo>
                    <a:pt x="26" y="17"/>
                  </a:lnTo>
                  <a:lnTo>
                    <a:pt x="21" y="8"/>
                  </a:lnTo>
                  <a:lnTo>
                    <a:pt x="16" y="0"/>
                  </a:lnTo>
                  <a:lnTo>
                    <a:pt x="12" y="1"/>
                  </a:lnTo>
                  <a:lnTo>
                    <a:pt x="8" y="1"/>
                  </a:lnTo>
                  <a:lnTo>
                    <a:pt x="4" y="1"/>
                  </a:lnTo>
                  <a:lnTo>
                    <a:pt x="0" y="2"/>
                  </a:lnTo>
                  <a:lnTo>
                    <a:pt x="24" y="8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16">
              <a:extLst>
                <a:ext uri="{FF2B5EF4-FFF2-40B4-BE49-F238E27FC236}">
                  <a16:creationId xmlns:a16="http://schemas.microsoft.com/office/drawing/2014/main" id="{68E216B0-3BF4-4AE3-86AB-6E0B75A4B55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8125" y="4770438"/>
              <a:ext cx="47625" cy="66675"/>
            </a:xfrm>
            <a:custGeom>
              <a:avLst/>
              <a:gdLst/>
              <a:ahLst/>
              <a:cxnLst>
                <a:cxn ang="0">
                  <a:pos x="60" y="84"/>
                </a:cxn>
                <a:cxn ang="0">
                  <a:pos x="54" y="1"/>
                </a:cxn>
                <a:cxn ang="0">
                  <a:pos x="48" y="0"/>
                </a:cxn>
                <a:cxn ang="0">
                  <a:pos x="44" y="0"/>
                </a:cxn>
                <a:cxn ang="0">
                  <a:pos x="38" y="0"/>
                </a:cxn>
                <a:cxn ang="0">
                  <a:pos x="32" y="0"/>
                </a:cxn>
                <a:cxn ang="0">
                  <a:pos x="0" y="81"/>
                </a:cxn>
                <a:cxn ang="0">
                  <a:pos x="0" y="81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1" y="81"/>
                </a:cxn>
                <a:cxn ang="0">
                  <a:pos x="8" y="81"/>
                </a:cxn>
                <a:cxn ang="0">
                  <a:pos x="16" y="81"/>
                </a:cxn>
                <a:cxn ang="0">
                  <a:pos x="23" y="81"/>
                </a:cxn>
                <a:cxn ang="0">
                  <a:pos x="31" y="83"/>
                </a:cxn>
                <a:cxn ang="0">
                  <a:pos x="38" y="83"/>
                </a:cxn>
                <a:cxn ang="0">
                  <a:pos x="45" y="83"/>
                </a:cxn>
                <a:cxn ang="0">
                  <a:pos x="53" y="84"/>
                </a:cxn>
                <a:cxn ang="0">
                  <a:pos x="60" y="84"/>
                </a:cxn>
              </a:cxnLst>
              <a:rect l="0" t="0" r="r" b="b"/>
              <a:pathLst>
                <a:path w="60" h="84">
                  <a:moveTo>
                    <a:pt x="60" y="84"/>
                  </a:moveTo>
                  <a:lnTo>
                    <a:pt x="54" y="1"/>
                  </a:lnTo>
                  <a:lnTo>
                    <a:pt x="48" y="0"/>
                  </a:lnTo>
                  <a:lnTo>
                    <a:pt x="44" y="0"/>
                  </a:lnTo>
                  <a:lnTo>
                    <a:pt x="38" y="0"/>
                  </a:lnTo>
                  <a:lnTo>
                    <a:pt x="32" y="0"/>
                  </a:lnTo>
                  <a:lnTo>
                    <a:pt x="0" y="81"/>
                  </a:lnTo>
                  <a:lnTo>
                    <a:pt x="0" y="81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1" y="81"/>
                  </a:lnTo>
                  <a:lnTo>
                    <a:pt x="8" y="81"/>
                  </a:lnTo>
                  <a:lnTo>
                    <a:pt x="16" y="81"/>
                  </a:lnTo>
                  <a:lnTo>
                    <a:pt x="23" y="81"/>
                  </a:lnTo>
                  <a:lnTo>
                    <a:pt x="31" y="83"/>
                  </a:lnTo>
                  <a:lnTo>
                    <a:pt x="38" y="83"/>
                  </a:lnTo>
                  <a:lnTo>
                    <a:pt x="45" y="83"/>
                  </a:lnTo>
                  <a:lnTo>
                    <a:pt x="53" y="84"/>
                  </a:lnTo>
                  <a:lnTo>
                    <a:pt x="60" y="8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7">
              <a:extLst>
                <a:ext uri="{FF2B5EF4-FFF2-40B4-BE49-F238E27FC236}">
                  <a16:creationId xmlns:a16="http://schemas.microsoft.com/office/drawing/2014/main" id="{00683A96-263C-45BE-A962-9727CD5B1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7475" y="4357688"/>
              <a:ext cx="827088" cy="587375"/>
            </a:xfrm>
            <a:custGeom>
              <a:avLst/>
              <a:gdLst/>
              <a:ahLst/>
              <a:cxnLst>
                <a:cxn ang="0">
                  <a:pos x="963" y="5"/>
                </a:cxn>
                <a:cxn ang="0">
                  <a:pos x="901" y="0"/>
                </a:cxn>
                <a:cxn ang="0">
                  <a:pos x="803" y="6"/>
                </a:cxn>
                <a:cxn ang="0">
                  <a:pos x="699" y="29"/>
                </a:cxn>
                <a:cxn ang="0">
                  <a:pos x="608" y="68"/>
                </a:cxn>
                <a:cxn ang="0">
                  <a:pos x="535" y="121"/>
                </a:cxn>
                <a:cxn ang="0">
                  <a:pos x="470" y="92"/>
                </a:cxn>
                <a:cxn ang="0">
                  <a:pos x="388" y="46"/>
                </a:cxn>
                <a:cxn ang="0">
                  <a:pos x="290" y="15"/>
                </a:cxn>
                <a:cxn ang="0">
                  <a:pos x="182" y="1"/>
                </a:cxn>
                <a:cxn ang="0">
                  <a:pos x="107" y="1"/>
                </a:cxn>
                <a:cxn ang="0">
                  <a:pos x="48" y="9"/>
                </a:cxn>
                <a:cxn ang="0">
                  <a:pos x="0" y="563"/>
                </a:cxn>
                <a:cxn ang="0">
                  <a:pos x="63" y="728"/>
                </a:cxn>
                <a:cxn ang="0">
                  <a:pos x="91" y="725"/>
                </a:cxn>
                <a:cxn ang="0">
                  <a:pos x="131" y="638"/>
                </a:cxn>
                <a:cxn ang="0">
                  <a:pos x="103" y="640"/>
                </a:cxn>
                <a:cxn ang="0">
                  <a:pos x="83" y="607"/>
                </a:cxn>
                <a:cxn ang="0">
                  <a:pos x="116" y="604"/>
                </a:cxn>
                <a:cxn ang="0">
                  <a:pos x="152" y="602"/>
                </a:cxn>
                <a:cxn ang="0">
                  <a:pos x="145" y="520"/>
                </a:cxn>
                <a:cxn ang="0">
                  <a:pos x="96" y="523"/>
                </a:cxn>
                <a:cxn ang="0">
                  <a:pos x="100" y="85"/>
                </a:cxn>
                <a:cxn ang="0">
                  <a:pos x="135" y="83"/>
                </a:cxn>
                <a:cxn ang="0">
                  <a:pos x="209" y="85"/>
                </a:cxn>
                <a:cxn ang="0">
                  <a:pos x="311" y="106"/>
                </a:cxn>
                <a:cxn ang="0">
                  <a:pos x="399" y="143"/>
                </a:cxn>
                <a:cxn ang="0">
                  <a:pos x="462" y="195"/>
                </a:cxn>
                <a:cxn ang="0">
                  <a:pos x="556" y="225"/>
                </a:cxn>
                <a:cxn ang="0">
                  <a:pos x="607" y="167"/>
                </a:cxn>
                <a:cxn ang="0">
                  <a:pos x="683" y="122"/>
                </a:cxn>
                <a:cxn ang="0">
                  <a:pos x="779" y="93"/>
                </a:cxn>
                <a:cxn ang="0">
                  <a:pos x="886" y="83"/>
                </a:cxn>
                <a:cxn ang="0">
                  <a:pos x="923" y="84"/>
                </a:cxn>
                <a:cxn ang="0">
                  <a:pos x="959" y="88"/>
                </a:cxn>
                <a:cxn ang="0">
                  <a:pos x="932" y="521"/>
                </a:cxn>
                <a:cxn ang="0">
                  <a:pos x="895" y="520"/>
                </a:cxn>
                <a:cxn ang="0">
                  <a:pos x="848" y="521"/>
                </a:cxn>
                <a:cxn ang="0">
                  <a:pos x="798" y="525"/>
                </a:cxn>
                <a:cxn ang="0">
                  <a:pos x="802" y="554"/>
                </a:cxn>
                <a:cxn ang="0">
                  <a:pos x="825" y="594"/>
                </a:cxn>
                <a:cxn ang="0">
                  <a:pos x="879" y="602"/>
                </a:cxn>
                <a:cxn ang="0">
                  <a:pos x="942" y="605"/>
                </a:cxn>
                <a:cxn ang="0">
                  <a:pos x="941" y="640"/>
                </a:cxn>
                <a:cxn ang="0">
                  <a:pos x="904" y="638"/>
                </a:cxn>
                <a:cxn ang="0">
                  <a:pos x="870" y="638"/>
                </a:cxn>
                <a:cxn ang="0">
                  <a:pos x="865" y="660"/>
                </a:cxn>
                <a:cxn ang="0">
                  <a:pos x="889" y="702"/>
                </a:cxn>
                <a:cxn ang="0">
                  <a:pos x="924" y="722"/>
                </a:cxn>
                <a:cxn ang="0">
                  <a:pos x="970" y="727"/>
                </a:cxn>
                <a:cxn ang="0">
                  <a:pos x="1041" y="18"/>
                </a:cxn>
              </a:cxnLst>
              <a:rect l="0" t="0" r="r" b="b"/>
              <a:pathLst>
                <a:path w="1041" h="741">
                  <a:moveTo>
                    <a:pt x="1008" y="12"/>
                  </a:moveTo>
                  <a:lnTo>
                    <a:pt x="993" y="9"/>
                  </a:lnTo>
                  <a:lnTo>
                    <a:pt x="978" y="6"/>
                  </a:lnTo>
                  <a:lnTo>
                    <a:pt x="963" y="5"/>
                  </a:lnTo>
                  <a:lnTo>
                    <a:pt x="948" y="2"/>
                  </a:lnTo>
                  <a:lnTo>
                    <a:pt x="932" y="1"/>
                  </a:lnTo>
                  <a:lnTo>
                    <a:pt x="917" y="1"/>
                  </a:lnTo>
                  <a:lnTo>
                    <a:pt x="901" y="0"/>
                  </a:lnTo>
                  <a:lnTo>
                    <a:pt x="886" y="0"/>
                  </a:lnTo>
                  <a:lnTo>
                    <a:pt x="858" y="1"/>
                  </a:lnTo>
                  <a:lnTo>
                    <a:pt x="830" y="2"/>
                  </a:lnTo>
                  <a:lnTo>
                    <a:pt x="803" y="6"/>
                  </a:lnTo>
                  <a:lnTo>
                    <a:pt x="775" y="9"/>
                  </a:lnTo>
                  <a:lnTo>
                    <a:pt x="750" y="15"/>
                  </a:lnTo>
                  <a:lnTo>
                    <a:pt x="724" y="21"/>
                  </a:lnTo>
                  <a:lnTo>
                    <a:pt x="699" y="29"/>
                  </a:lnTo>
                  <a:lnTo>
                    <a:pt x="675" y="37"/>
                  </a:lnTo>
                  <a:lnTo>
                    <a:pt x="652" y="46"/>
                  </a:lnTo>
                  <a:lnTo>
                    <a:pt x="630" y="56"/>
                  </a:lnTo>
                  <a:lnTo>
                    <a:pt x="608" y="68"/>
                  </a:lnTo>
                  <a:lnTo>
                    <a:pt x="589" y="79"/>
                  </a:lnTo>
                  <a:lnTo>
                    <a:pt x="569" y="92"/>
                  </a:lnTo>
                  <a:lnTo>
                    <a:pt x="552" y="106"/>
                  </a:lnTo>
                  <a:lnTo>
                    <a:pt x="535" y="121"/>
                  </a:lnTo>
                  <a:lnTo>
                    <a:pt x="520" y="136"/>
                  </a:lnTo>
                  <a:lnTo>
                    <a:pt x="505" y="121"/>
                  </a:lnTo>
                  <a:lnTo>
                    <a:pt x="488" y="106"/>
                  </a:lnTo>
                  <a:lnTo>
                    <a:pt x="470" y="92"/>
                  </a:lnTo>
                  <a:lnTo>
                    <a:pt x="452" y="79"/>
                  </a:lnTo>
                  <a:lnTo>
                    <a:pt x="432" y="68"/>
                  </a:lnTo>
                  <a:lnTo>
                    <a:pt x="410" y="56"/>
                  </a:lnTo>
                  <a:lnTo>
                    <a:pt x="388" y="46"/>
                  </a:lnTo>
                  <a:lnTo>
                    <a:pt x="365" y="37"/>
                  </a:lnTo>
                  <a:lnTo>
                    <a:pt x="341" y="29"/>
                  </a:lnTo>
                  <a:lnTo>
                    <a:pt x="316" y="21"/>
                  </a:lnTo>
                  <a:lnTo>
                    <a:pt x="290" y="15"/>
                  </a:lnTo>
                  <a:lnTo>
                    <a:pt x="264" y="9"/>
                  </a:lnTo>
                  <a:lnTo>
                    <a:pt x="237" y="6"/>
                  </a:lnTo>
                  <a:lnTo>
                    <a:pt x="210" y="2"/>
                  </a:lnTo>
                  <a:lnTo>
                    <a:pt x="182" y="1"/>
                  </a:lnTo>
                  <a:lnTo>
                    <a:pt x="153" y="0"/>
                  </a:lnTo>
                  <a:lnTo>
                    <a:pt x="138" y="0"/>
                  </a:lnTo>
                  <a:lnTo>
                    <a:pt x="122" y="1"/>
                  </a:lnTo>
                  <a:lnTo>
                    <a:pt x="107" y="1"/>
                  </a:lnTo>
                  <a:lnTo>
                    <a:pt x="92" y="2"/>
                  </a:lnTo>
                  <a:lnTo>
                    <a:pt x="77" y="5"/>
                  </a:lnTo>
                  <a:lnTo>
                    <a:pt x="63" y="6"/>
                  </a:lnTo>
                  <a:lnTo>
                    <a:pt x="48" y="9"/>
                  </a:lnTo>
                  <a:lnTo>
                    <a:pt x="33" y="12"/>
                  </a:lnTo>
                  <a:lnTo>
                    <a:pt x="0" y="18"/>
                  </a:lnTo>
                  <a:lnTo>
                    <a:pt x="0" y="563"/>
                  </a:lnTo>
                  <a:lnTo>
                    <a:pt x="0" y="563"/>
                  </a:lnTo>
                  <a:lnTo>
                    <a:pt x="0" y="741"/>
                  </a:lnTo>
                  <a:lnTo>
                    <a:pt x="50" y="730"/>
                  </a:lnTo>
                  <a:lnTo>
                    <a:pt x="56" y="729"/>
                  </a:lnTo>
                  <a:lnTo>
                    <a:pt x="63" y="728"/>
                  </a:lnTo>
                  <a:lnTo>
                    <a:pt x="70" y="727"/>
                  </a:lnTo>
                  <a:lnTo>
                    <a:pt x="77" y="726"/>
                  </a:lnTo>
                  <a:lnTo>
                    <a:pt x="84" y="726"/>
                  </a:lnTo>
                  <a:lnTo>
                    <a:pt x="91" y="725"/>
                  </a:lnTo>
                  <a:lnTo>
                    <a:pt x="98" y="723"/>
                  </a:lnTo>
                  <a:lnTo>
                    <a:pt x="105" y="723"/>
                  </a:lnTo>
                  <a:lnTo>
                    <a:pt x="138" y="638"/>
                  </a:lnTo>
                  <a:lnTo>
                    <a:pt x="131" y="638"/>
                  </a:lnTo>
                  <a:lnTo>
                    <a:pt x="123" y="639"/>
                  </a:lnTo>
                  <a:lnTo>
                    <a:pt x="116" y="639"/>
                  </a:lnTo>
                  <a:lnTo>
                    <a:pt x="109" y="639"/>
                  </a:lnTo>
                  <a:lnTo>
                    <a:pt x="103" y="640"/>
                  </a:lnTo>
                  <a:lnTo>
                    <a:pt x="96" y="640"/>
                  </a:lnTo>
                  <a:lnTo>
                    <a:pt x="90" y="642"/>
                  </a:lnTo>
                  <a:lnTo>
                    <a:pt x="83" y="642"/>
                  </a:lnTo>
                  <a:lnTo>
                    <a:pt x="83" y="607"/>
                  </a:lnTo>
                  <a:lnTo>
                    <a:pt x="91" y="606"/>
                  </a:lnTo>
                  <a:lnTo>
                    <a:pt x="99" y="605"/>
                  </a:lnTo>
                  <a:lnTo>
                    <a:pt x="108" y="604"/>
                  </a:lnTo>
                  <a:lnTo>
                    <a:pt x="116" y="604"/>
                  </a:lnTo>
                  <a:lnTo>
                    <a:pt x="126" y="602"/>
                  </a:lnTo>
                  <a:lnTo>
                    <a:pt x="134" y="602"/>
                  </a:lnTo>
                  <a:lnTo>
                    <a:pt x="143" y="602"/>
                  </a:lnTo>
                  <a:lnTo>
                    <a:pt x="152" y="602"/>
                  </a:lnTo>
                  <a:lnTo>
                    <a:pt x="184" y="521"/>
                  </a:lnTo>
                  <a:lnTo>
                    <a:pt x="172" y="520"/>
                  </a:lnTo>
                  <a:lnTo>
                    <a:pt x="159" y="520"/>
                  </a:lnTo>
                  <a:lnTo>
                    <a:pt x="145" y="520"/>
                  </a:lnTo>
                  <a:lnTo>
                    <a:pt x="132" y="520"/>
                  </a:lnTo>
                  <a:lnTo>
                    <a:pt x="120" y="521"/>
                  </a:lnTo>
                  <a:lnTo>
                    <a:pt x="107" y="522"/>
                  </a:lnTo>
                  <a:lnTo>
                    <a:pt x="96" y="523"/>
                  </a:lnTo>
                  <a:lnTo>
                    <a:pt x="83" y="524"/>
                  </a:lnTo>
                  <a:lnTo>
                    <a:pt x="83" y="88"/>
                  </a:lnTo>
                  <a:lnTo>
                    <a:pt x="91" y="86"/>
                  </a:lnTo>
                  <a:lnTo>
                    <a:pt x="100" y="85"/>
                  </a:lnTo>
                  <a:lnTo>
                    <a:pt x="108" y="84"/>
                  </a:lnTo>
                  <a:lnTo>
                    <a:pt x="117" y="84"/>
                  </a:lnTo>
                  <a:lnTo>
                    <a:pt x="126" y="83"/>
                  </a:lnTo>
                  <a:lnTo>
                    <a:pt x="135" y="83"/>
                  </a:lnTo>
                  <a:lnTo>
                    <a:pt x="144" y="83"/>
                  </a:lnTo>
                  <a:lnTo>
                    <a:pt x="153" y="83"/>
                  </a:lnTo>
                  <a:lnTo>
                    <a:pt x="181" y="84"/>
                  </a:lnTo>
                  <a:lnTo>
                    <a:pt x="209" y="85"/>
                  </a:lnTo>
                  <a:lnTo>
                    <a:pt x="235" y="89"/>
                  </a:lnTo>
                  <a:lnTo>
                    <a:pt x="262" y="93"/>
                  </a:lnTo>
                  <a:lnTo>
                    <a:pt x="287" y="99"/>
                  </a:lnTo>
                  <a:lnTo>
                    <a:pt x="311" y="106"/>
                  </a:lnTo>
                  <a:lnTo>
                    <a:pt x="334" y="113"/>
                  </a:lnTo>
                  <a:lnTo>
                    <a:pt x="357" y="122"/>
                  </a:lnTo>
                  <a:lnTo>
                    <a:pt x="378" y="132"/>
                  </a:lnTo>
                  <a:lnTo>
                    <a:pt x="399" y="143"/>
                  </a:lnTo>
                  <a:lnTo>
                    <a:pt x="417" y="154"/>
                  </a:lnTo>
                  <a:lnTo>
                    <a:pt x="433" y="167"/>
                  </a:lnTo>
                  <a:lnTo>
                    <a:pt x="449" y="181"/>
                  </a:lnTo>
                  <a:lnTo>
                    <a:pt x="462" y="195"/>
                  </a:lnTo>
                  <a:lnTo>
                    <a:pt x="475" y="210"/>
                  </a:lnTo>
                  <a:lnTo>
                    <a:pt x="484" y="225"/>
                  </a:lnTo>
                  <a:lnTo>
                    <a:pt x="520" y="290"/>
                  </a:lnTo>
                  <a:lnTo>
                    <a:pt x="556" y="225"/>
                  </a:lnTo>
                  <a:lnTo>
                    <a:pt x="566" y="210"/>
                  </a:lnTo>
                  <a:lnTo>
                    <a:pt x="578" y="195"/>
                  </a:lnTo>
                  <a:lnTo>
                    <a:pt x="591" y="181"/>
                  </a:lnTo>
                  <a:lnTo>
                    <a:pt x="607" y="167"/>
                  </a:lnTo>
                  <a:lnTo>
                    <a:pt x="623" y="154"/>
                  </a:lnTo>
                  <a:lnTo>
                    <a:pt x="642" y="143"/>
                  </a:lnTo>
                  <a:lnTo>
                    <a:pt x="662" y="132"/>
                  </a:lnTo>
                  <a:lnTo>
                    <a:pt x="683" y="122"/>
                  </a:lnTo>
                  <a:lnTo>
                    <a:pt x="705" y="113"/>
                  </a:lnTo>
                  <a:lnTo>
                    <a:pt x="729" y="106"/>
                  </a:lnTo>
                  <a:lnTo>
                    <a:pt x="753" y="99"/>
                  </a:lnTo>
                  <a:lnTo>
                    <a:pt x="779" y="93"/>
                  </a:lnTo>
                  <a:lnTo>
                    <a:pt x="805" y="89"/>
                  </a:lnTo>
                  <a:lnTo>
                    <a:pt x="832" y="85"/>
                  </a:lnTo>
                  <a:lnTo>
                    <a:pt x="858" y="84"/>
                  </a:lnTo>
                  <a:lnTo>
                    <a:pt x="886" y="83"/>
                  </a:lnTo>
                  <a:lnTo>
                    <a:pt x="895" y="83"/>
                  </a:lnTo>
                  <a:lnTo>
                    <a:pt x="904" y="83"/>
                  </a:lnTo>
                  <a:lnTo>
                    <a:pt x="914" y="83"/>
                  </a:lnTo>
                  <a:lnTo>
                    <a:pt x="923" y="84"/>
                  </a:lnTo>
                  <a:lnTo>
                    <a:pt x="932" y="84"/>
                  </a:lnTo>
                  <a:lnTo>
                    <a:pt x="941" y="85"/>
                  </a:lnTo>
                  <a:lnTo>
                    <a:pt x="949" y="86"/>
                  </a:lnTo>
                  <a:lnTo>
                    <a:pt x="959" y="88"/>
                  </a:lnTo>
                  <a:lnTo>
                    <a:pt x="959" y="524"/>
                  </a:lnTo>
                  <a:lnTo>
                    <a:pt x="949" y="523"/>
                  </a:lnTo>
                  <a:lnTo>
                    <a:pt x="941" y="522"/>
                  </a:lnTo>
                  <a:lnTo>
                    <a:pt x="932" y="521"/>
                  </a:lnTo>
                  <a:lnTo>
                    <a:pt x="923" y="521"/>
                  </a:lnTo>
                  <a:lnTo>
                    <a:pt x="914" y="520"/>
                  </a:lnTo>
                  <a:lnTo>
                    <a:pt x="904" y="520"/>
                  </a:lnTo>
                  <a:lnTo>
                    <a:pt x="895" y="520"/>
                  </a:lnTo>
                  <a:lnTo>
                    <a:pt x="886" y="520"/>
                  </a:lnTo>
                  <a:lnTo>
                    <a:pt x="873" y="520"/>
                  </a:lnTo>
                  <a:lnTo>
                    <a:pt x="861" y="520"/>
                  </a:lnTo>
                  <a:lnTo>
                    <a:pt x="848" y="521"/>
                  </a:lnTo>
                  <a:lnTo>
                    <a:pt x="835" y="522"/>
                  </a:lnTo>
                  <a:lnTo>
                    <a:pt x="823" y="523"/>
                  </a:lnTo>
                  <a:lnTo>
                    <a:pt x="810" y="524"/>
                  </a:lnTo>
                  <a:lnTo>
                    <a:pt x="798" y="525"/>
                  </a:lnTo>
                  <a:lnTo>
                    <a:pt x="786" y="528"/>
                  </a:lnTo>
                  <a:lnTo>
                    <a:pt x="791" y="536"/>
                  </a:lnTo>
                  <a:lnTo>
                    <a:pt x="796" y="545"/>
                  </a:lnTo>
                  <a:lnTo>
                    <a:pt x="802" y="554"/>
                  </a:lnTo>
                  <a:lnTo>
                    <a:pt x="808" y="563"/>
                  </a:lnTo>
                  <a:lnTo>
                    <a:pt x="813" y="574"/>
                  </a:lnTo>
                  <a:lnTo>
                    <a:pt x="819" y="584"/>
                  </a:lnTo>
                  <a:lnTo>
                    <a:pt x="825" y="594"/>
                  </a:lnTo>
                  <a:lnTo>
                    <a:pt x="832" y="605"/>
                  </a:lnTo>
                  <a:lnTo>
                    <a:pt x="848" y="604"/>
                  </a:lnTo>
                  <a:lnTo>
                    <a:pt x="863" y="602"/>
                  </a:lnTo>
                  <a:lnTo>
                    <a:pt x="879" y="602"/>
                  </a:lnTo>
                  <a:lnTo>
                    <a:pt x="895" y="602"/>
                  </a:lnTo>
                  <a:lnTo>
                    <a:pt x="911" y="602"/>
                  </a:lnTo>
                  <a:lnTo>
                    <a:pt x="927" y="604"/>
                  </a:lnTo>
                  <a:lnTo>
                    <a:pt x="942" y="605"/>
                  </a:lnTo>
                  <a:lnTo>
                    <a:pt x="959" y="607"/>
                  </a:lnTo>
                  <a:lnTo>
                    <a:pt x="959" y="642"/>
                  </a:lnTo>
                  <a:lnTo>
                    <a:pt x="949" y="640"/>
                  </a:lnTo>
                  <a:lnTo>
                    <a:pt x="941" y="640"/>
                  </a:lnTo>
                  <a:lnTo>
                    <a:pt x="932" y="639"/>
                  </a:lnTo>
                  <a:lnTo>
                    <a:pt x="923" y="639"/>
                  </a:lnTo>
                  <a:lnTo>
                    <a:pt x="914" y="638"/>
                  </a:lnTo>
                  <a:lnTo>
                    <a:pt x="904" y="638"/>
                  </a:lnTo>
                  <a:lnTo>
                    <a:pt x="895" y="638"/>
                  </a:lnTo>
                  <a:lnTo>
                    <a:pt x="886" y="638"/>
                  </a:lnTo>
                  <a:lnTo>
                    <a:pt x="878" y="638"/>
                  </a:lnTo>
                  <a:lnTo>
                    <a:pt x="870" y="638"/>
                  </a:lnTo>
                  <a:lnTo>
                    <a:pt x="861" y="638"/>
                  </a:lnTo>
                  <a:lnTo>
                    <a:pt x="853" y="639"/>
                  </a:lnTo>
                  <a:lnTo>
                    <a:pt x="858" y="650"/>
                  </a:lnTo>
                  <a:lnTo>
                    <a:pt x="865" y="660"/>
                  </a:lnTo>
                  <a:lnTo>
                    <a:pt x="871" y="670"/>
                  </a:lnTo>
                  <a:lnTo>
                    <a:pt x="877" y="681"/>
                  </a:lnTo>
                  <a:lnTo>
                    <a:pt x="882" y="691"/>
                  </a:lnTo>
                  <a:lnTo>
                    <a:pt x="889" y="702"/>
                  </a:lnTo>
                  <a:lnTo>
                    <a:pt x="895" y="711"/>
                  </a:lnTo>
                  <a:lnTo>
                    <a:pt x="901" y="721"/>
                  </a:lnTo>
                  <a:lnTo>
                    <a:pt x="912" y="721"/>
                  </a:lnTo>
                  <a:lnTo>
                    <a:pt x="924" y="722"/>
                  </a:lnTo>
                  <a:lnTo>
                    <a:pt x="935" y="723"/>
                  </a:lnTo>
                  <a:lnTo>
                    <a:pt x="947" y="723"/>
                  </a:lnTo>
                  <a:lnTo>
                    <a:pt x="959" y="726"/>
                  </a:lnTo>
                  <a:lnTo>
                    <a:pt x="970" y="727"/>
                  </a:lnTo>
                  <a:lnTo>
                    <a:pt x="982" y="728"/>
                  </a:lnTo>
                  <a:lnTo>
                    <a:pt x="992" y="730"/>
                  </a:lnTo>
                  <a:lnTo>
                    <a:pt x="1041" y="741"/>
                  </a:lnTo>
                  <a:lnTo>
                    <a:pt x="1041" y="18"/>
                  </a:lnTo>
                  <a:lnTo>
                    <a:pt x="1008" y="12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8">
              <a:extLst>
                <a:ext uri="{FF2B5EF4-FFF2-40B4-BE49-F238E27FC236}">
                  <a16:creationId xmlns:a16="http://schemas.microsoft.com/office/drawing/2014/main" id="{0D814580-F2C6-417E-BC94-7AF50B19663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0025" y="4864100"/>
              <a:ext cx="90488" cy="68262"/>
            </a:xfrm>
            <a:custGeom>
              <a:avLst/>
              <a:gdLst/>
              <a:ahLst/>
              <a:cxnLst>
                <a:cxn ang="0">
                  <a:pos x="33" y="0"/>
                </a:cxn>
                <a:cxn ang="0">
                  <a:pos x="0" y="85"/>
                </a:cxn>
                <a:cxn ang="0">
                  <a:pos x="14" y="84"/>
                </a:cxn>
                <a:cxn ang="0">
                  <a:pos x="29" y="83"/>
                </a:cxn>
                <a:cxn ang="0">
                  <a:pos x="42" y="83"/>
                </a:cxn>
                <a:cxn ang="0">
                  <a:pos x="57" y="83"/>
                </a:cxn>
                <a:cxn ang="0">
                  <a:pos x="71" y="83"/>
                </a:cxn>
                <a:cxn ang="0">
                  <a:pos x="86" y="84"/>
                </a:cxn>
                <a:cxn ang="0">
                  <a:pos x="100" y="85"/>
                </a:cxn>
                <a:cxn ang="0">
                  <a:pos x="114" y="87"/>
                </a:cxn>
                <a:cxn ang="0">
                  <a:pos x="108" y="4"/>
                </a:cxn>
                <a:cxn ang="0">
                  <a:pos x="99" y="2"/>
                </a:cxn>
                <a:cxn ang="0">
                  <a:pos x="90" y="2"/>
                </a:cxn>
                <a:cxn ang="0">
                  <a:pos x="80" y="1"/>
                </a:cxn>
                <a:cxn ang="0">
                  <a:pos x="71" y="1"/>
                </a:cxn>
                <a:cxn ang="0">
                  <a:pos x="62" y="0"/>
                </a:cxn>
                <a:cxn ang="0">
                  <a:pos x="52" y="0"/>
                </a:cxn>
                <a:cxn ang="0">
                  <a:pos x="42" y="0"/>
                </a:cxn>
                <a:cxn ang="0">
                  <a:pos x="33" y="0"/>
                </a:cxn>
              </a:cxnLst>
              <a:rect l="0" t="0" r="r" b="b"/>
              <a:pathLst>
                <a:path w="114" h="87">
                  <a:moveTo>
                    <a:pt x="33" y="0"/>
                  </a:moveTo>
                  <a:lnTo>
                    <a:pt x="0" y="85"/>
                  </a:lnTo>
                  <a:lnTo>
                    <a:pt x="14" y="84"/>
                  </a:lnTo>
                  <a:lnTo>
                    <a:pt x="29" y="83"/>
                  </a:lnTo>
                  <a:lnTo>
                    <a:pt x="42" y="83"/>
                  </a:lnTo>
                  <a:lnTo>
                    <a:pt x="57" y="83"/>
                  </a:lnTo>
                  <a:lnTo>
                    <a:pt x="71" y="83"/>
                  </a:lnTo>
                  <a:lnTo>
                    <a:pt x="86" y="84"/>
                  </a:lnTo>
                  <a:lnTo>
                    <a:pt x="100" y="85"/>
                  </a:lnTo>
                  <a:lnTo>
                    <a:pt x="114" y="87"/>
                  </a:lnTo>
                  <a:lnTo>
                    <a:pt x="108" y="4"/>
                  </a:lnTo>
                  <a:lnTo>
                    <a:pt x="99" y="2"/>
                  </a:lnTo>
                  <a:lnTo>
                    <a:pt x="90" y="2"/>
                  </a:lnTo>
                  <a:lnTo>
                    <a:pt x="80" y="1"/>
                  </a:lnTo>
                  <a:lnTo>
                    <a:pt x="71" y="1"/>
                  </a:lnTo>
                  <a:lnTo>
                    <a:pt x="62" y="0"/>
                  </a:lnTo>
                  <a:lnTo>
                    <a:pt x="52" y="0"/>
                  </a:lnTo>
                  <a:lnTo>
                    <a:pt x="42" y="0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8" name="Freeform 19">
              <a:extLst>
                <a:ext uri="{FF2B5EF4-FFF2-40B4-BE49-F238E27FC236}">
                  <a16:creationId xmlns:a16="http://schemas.microsoft.com/office/drawing/2014/main" id="{28431E82-368E-4686-A064-E587699DE32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5650" y="4865688"/>
              <a:ext cx="76200" cy="66675"/>
            </a:xfrm>
            <a:custGeom>
              <a:avLst/>
              <a:gdLst/>
              <a:ahLst/>
              <a:cxnLst>
                <a:cxn ang="0">
                  <a:pos x="0" y="5"/>
                </a:cxn>
                <a:cxn ang="0">
                  <a:pos x="24" y="84"/>
                </a:cxn>
                <a:cxn ang="0">
                  <a:pos x="34" y="83"/>
                </a:cxn>
                <a:cxn ang="0">
                  <a:pos x="43" y="83"/>
                </a:cxn>
                <a:cxn ang="0">
                  <a:pos x="52" y="82"/>
                </a:cxn>
                <a:cxn ang="0">
                  <a:pos x="61" y="82"/>
                </a:cxn>
                <a:cxn ang="0">
                  <a:pos x="69" y="82"/>
                </a:cxn>
                <a:cxn ang="0">
                  <a:pos x="78" y="82"/>
                </a:cxn>
                <a:cxn ang="0">
                  <a:pos x="88" y="82"/>
                </a:cxn>
                <a:cxn ang="0">
                  <a:pos x="97" y="82"/>
                </a:cxn>
                <a:cxn ang="0">
                  <a:pos x="91" y="72"/>
                </a:cxn>
                <a:cxn ang="0">
                  <a:pos x="85" y="63"/>
                </a:cxn>
                <a:cxn ang="0">
                  <a:pos x="78" y="52"/>
                </a:cxn>
                <a:cxn ang="0">
                  <a:pos x="73" y="42"/>
                </a:cxn>
                <a:cxn ang="0">
                  <a:pos x="67" y="31"/>
                </a:cxn>
                <a:cxn ang="0">
                  <a:pos x="61" y="21"/>
                </a:cxn>
                <a:cxn ang="0">
                  <a:pos x="54" y="11"/>
                </a:cxn>
                <a:cxn ang="0">
                  <a:pos x="49" y="0"/>
                </a:cxn>
                <a:cxn ang="0">
                  <a:pos x="43" y="0"/>
                </a:cxn>
                <a:cxn ang="0">
                  <a:pos x="37" y="1"/>
                </a:cxn>
                <a:cxn ang="0">
                  <a:pos x="30" y="1"/>
                </a:cxn>
                <a:cxn ang="0">
                  <a:pos x="24" y="3"/>
                </a:cxn>
                <a:cxn ang="0">
                  <a:pos x="19" y="3"/>
                </a:cxn>
                <a:cxn ang="0">
                  <a:pos x="13" y="4"/>
                </a:cxn>
                <a:cxn ang="0">
                  <a:pos x="6" y="4"/>
                </a:cxn>
                <a:cxn ang="0">
                  <a:pos x="0" y="5"/>
                </a:cxn>
              </a:cxnLst>
              <a:rect l="0" t="0" r="r" b="b"/>
              <a:pathLst>
                <a:path w="97" h="84">
                  <a:moveTo>
                    <a:pt x="0" y="5"/>
                  </a:moveTo>
                  <a:lnTo>
                    <a:pt x="24" y="84"/>
                  </a:lnTo>
                  <a:lnTo>
                    <a:pt x="34" y="83"/>
                  </a:lnTo>
                  <a:lnTo>
                    <a:pt x="43" y="83"/>
                  </a:lnTo>
                  <a:lnTo>
                    <a:pt x="52" y="82"/>
                  </a:lnTo>
                  <a:lnTo>
                    <a:pt x="61" y="82"/>
                  </a:lnTo>
                  <a:lnTo>
                    <a:pt x="69" y="82"/>
                  </a:lnTo>
                  <a:lnTo>
                    <a:pt x="78" y="82"/>
                  </a:lnTo>
                  <a:lnTo>
                    <a:pt x="88" y="82"/>
                  </a:lnTo>
                  <a:lnTo>
                    <a:pt x="97" y="82"/>
                  </a:lnTo>
                  <a:lnTo>
                    <a:pt x="91" y="72"/>
                  </a:lnTo>
                  <a:lnTo>
                    <a:pt x="85" y="63"/>
                  </a:lnTo>
                  <a:lnTo>
                    <a:pt x="78" y="52"/>
                  </a:lnTo>
                  <a:lnTo>
                    <a:pt x="73" y="42"/>
                  </a:lnTo>
                  <a:lnTo>
                    <a:pt x="67" y="31"/>
                  </a:lnTo>
                  <a:lnTo>
                    <a:pt x="61" y="21"/>
                  </a:lnTo>
                  <a:lnTo>
                    <a:pt x="54" y="11"/>
                  </a:lnTo>
                  <a:lnTo>
                    <a:pt x="49" y="0"/>
                  </a:lnTo>
                  <a:lnTo>
                    <a:pt x="43" y="0"/>
                  </a:lnTo>
                  <a:lnTo>
                    <a:pt x="37" y="1"/>
                  </a:lnTo>
                  <a:lnTo>
                    <a:pt x="30" y="1"/>
                  </a:lnTo>
                  <a:lnTo>
                    <a:pt x="24" y="3"/>
                  </a:lnTo>
                  <a:lnTo>
                    <a:pt x="19" y="3"/>
                  </a:lnTo>
                  <a:lnTo>
                    <a:pt x="13" y="4"/>
                  </a:lnTo>
                  <a:lnTo>
                    <a:pt x="6" y="4"/>
                  </a:lnTo>
                  <a:lnTo>
                    <a:pt x="0" y="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9" name="Freeform 20">
              <a:extLst>
                <a:ext uri="{FF2B5EF4-FFF2-40B4-BE49-F238E27FC236}">
                  <a16:creationId xmlns:a16="http://schemas.microsoft.com/office/drawing/2014/main" id="{A5702FDA-DDF1-4E07-8B3F-1F1499D3A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0988" y="4772025"/>
              <a:ext cx="493713" cy="246062"/>
            </a:xfrm>
            <a:custGeom>
              <a:avLst/>
              <a:gdLst/>
              <a:ahLst/>
              <a:cxnLst>
                <a:cxn ang="0">
                  <a:pos x="372" y="192"/>
                </a:cxn>
                <a:cxn ang="0">
                  <a:pos x="406" y="162"/>
                </a:cxn>
                <a:cxn ang="0">
                  <a:pos x="447" y="135"/>
                </a:cxn>
                <a:cxn ang="0">
                  <a:pos x="496" y="113"/>
                </a:cxn>
                <a:cxn ang="0">
                  <a:pos x="550" y="97"/>
                </a:cxn>
                <a:cxn ang="0">
                  <a:pos x="564" y="8"/>
                </a:cxn>
                <a:cxn ang="0">
                  <a:pos x="507" y="22"/>
                </a:cxn>
                <a:cxn ang="0">
                  <a:pos x="454" y="40"/>
                </a:cxn>
                <a:cxn ang="0">
                  <a:pos x="406" y="63"/>
                </a:cxn>
                <a:cxn ang="0">
                  <a:pos x="362" y="91"/>
                </a:cxn>
                <a:cxn ang="0">
                  <a:pos x="325" y="122"/>
                </a:cxn>
                <a:cxn ang="0">
                  <a:pos x="286" y="107"/>
                </a:cxn>
                <a:cxn ang="0">
                  <a:pos x="238" y="72"/>
                </a:cxn>
                <a:cxn ang="0">
                  <a:pos x="181" y="42"/>
                </a:cxn>
                <a:cxn ang="0">
                  <a:pos x="117" y="21"/>
                </a:cxn>
                <a:cxn ang="0">
                  <a:pos x="49" y="6"/>
                </a:cxn>
                <a:cxn ang="0">
                  <a:pos x="6" y="83"/>
                </a:cxn>
                <a:cxn ang="0">
                  <a:pos x="72" y="94"/>
                </a:cxn>
                <a:cxn ang="0">
                  <a:pos x="132" y="112"/>
                </a:cxn>
                <a:cxn ang="0">
                  <a:pos x="185" y="137"/>
                </a:cxn>
                <a:cxn ang="0">
                  <a:pos x="229" y="167"/>
                </a:cxn>
                <a:cxn ang="0">
                  <a:pos x="264" y="203"/>
                </a:cxn>
                <a:cxn ang="0">
                  <a:pos x="247" y="197"/>
                </a:cxn>
                <a:cxn ang="0">
                  <a:pos x="203" y="171"/>
                </a:cxn>
                <a:cxn ang="0">
                  <a:pos x="155" y="152"/>
                </a:cxn>
                <a:cxn ang="0">
                  <a:pos x="102" y="136"/>
                </a:cxn>
                <a:cxn ang="0">
                  <a:pos x="46" y="124"/>
                </a:cxn>
                <a:cxn ang="0">
                  <a:pos x="13" y="203"/>
                </a:cxn>
                <a:cxn ang="0">
                  <a:pos x="69" y="213"/>
                </a:cxn>
                <a:cxn ang="0">
                  <a:pos x="122" y="228"/>
                </a:cxn>
                <a:cxn ang="0">
                  <a:pos x="171" y="248"/>
                </a:cxn>
                <a:cxn ang="0">
                  <a:pos x="212" y="272"/>
                </a:cxn>
                <a:cxn ang="0">
                  <a:pos x="247" y="301"/>
                </a:cxn>
                <a:cxn ang="0">
                  <a:pos x="383" y="301"/>
                </a:cxn>
                <a:cxn ang="0">
                  <a:pos x="417" y="271"/>
                </a:cxn>
                <a:cxn ang="0">
                  <a:pos x="460" y="246"/>
                </a:cxn>
                <a:cxn ang="0">
                  <a:pos x="509" y="226"/>
                </a:cxn>
                <a:cxn ang="0">
                  <a:pos x="564" y="211"/>
                </a:cxn>
                <a:cxn ang="0">
                  <a:pos x="622" y="201"/>
                </a:cxn>
                <a:cxn ang="0">
                  <a:pos x="564" y="128"/>
                </a:cxn>
                <a:cxn ang="0">
                  <a:pos x="513" y="139"/>
                </a:cxn>
                <a:cxn ang="0">
                  <a:pos x="465" y="154"/>
                </a:cxn>
                <a:cxn ang="0">
                  <a:pos x="420" y="175"/>
                </a:cxn>
                <a:cxn ang="0">
                  <a:pos x="379" y="198"/>
                </a:cxn>
              </a:cxnLst>
              <a:rect l="0" t="0" r="r" b="b"/>
              <a:pathLst>
                <a:path w="622" h="311">
                  <a:moveTo>
                    <a:pt x="355" y="215"/>
                  </a:moveTo>
                  <a:lnTo>
                    <a:pt x="363" y="204"/>
                  </a:lnTo>
                  <a:lnTo>
                    <a:pt x="372" y="192"/>
                  </a:lnTo>
                  <a:lnTo>
                    <a:pt x="382" y="182"/>
                  </a:lnTo>
                  <a:lnTo>
                    <a:pt x="393" y="171"/>
                  </a:lnTo>
                  <a:lnTo>
                    <a:pt x="406" y="162"/>
                  </a:lnTo>
                  <a:lnTo>
                    <a:pt x="418" y="152"/>
                  </a:lnTo>
                  <a:lnTo>
                    <a:pt x="432" y="144"/>
                  </a:lnTo>
                  <a:lnTo>
                    <a:pt x="447" y="135"/>
                  </a:lnTo>
                  <a:lnTo>
                    <a:pt x="462" y="128"/>
                  </a:lnTo>
                  <a:lnTo>
                    <a:pt x="478" y="120"/>
                  </a:lnTo>
                  <a:lnTo>
                    <a:pt x="496" y="113"/>
                  </a:lnTo>
                  <a:lnTo>
                    <a:pt x="513" y="107"/>
                  </a:lnTo>
                  <a:lnTo>
                    <a:pt x="530" y="101"/>
                  </a:lnTo>
                  <a:lnTo>
                    <a:pt x="550" y="97"/>
                  </a:lnTo>
                  <a:lnTo>
                    <a:pt x="568" y="92"/>
                  </a:lnTo>
                  <a:lnTo>
                    <a:pt x="588" y="89"/>
                  </a:lnTo>
                  <a:lnTo>
                    <a:pt x="564" y="8"/>
                  </a:lnTo>
                  <a:lnTo>
                    <a:pt x="544" y="11"/>
                  </a:lnTo>
                  <a:lnTo>
                    <a:pt x="526" y="16"/>
                  </a:lnTo>
                  <a:lnTo>
                    <a:pt x="507" y="22"/>
                  </a:lnTo>
                  <a:lnTo>
                    <a:pt x="489" y="27"/>
                  </a:lnTo>
                  <a:lnTo>
                    <a:pt x="471" y="33"/>
                  </a:lnTo>
                  <a:lnTo>
                    <a:pt x="454" y="40"/>
                  </a:lnTo>
                  <a:lnTo>
                    <a:pt x="437" y="47"/>
                  </a:lnTo>
                  <a:lnTo>
                    <a:pt x="421" y="55"/>
                  </a:lnTo>
                  <a:lnTo>
                    <a:pt x="406" y="63"/>
                  </a:lnTo>
                  <a:lnTo>
                    <a:pt x="390" y="72"/>
                  </a:lnTo>
                  <a:lnTo>
                    <a:pt x="376" y="82"/>
                  </a:lnTo>
                  <a:lnTo>
                    <a:pt x="362" y="91"/>
                  </a:lnTo>
                  <a:lnTo>
                    <a:pt x="349" y="101"/>
                  </a:lnTo>
                  <a:lnTo>
                    <a:pt x="337" y="112"/>
                  </a:lnTo>
                  <a:lnTo>
                    <a:pt x="325" y="122"/>
                  </a:lnTo>
                  <a:lnTo>
                    <a:pt x="314" y="133"/>
                  </a:lnTo>
                  <a:lnTo>
                    <a:pt x="301" y="120"/>
                  </a:lnTo>
                  <a:lnTo>
                    <a:pt x="286" y="107"/>
                  </a:lnTo>
                  <a:lnTo>
                    <a:pt x="271" y="94"/>
                  </a:lnTo>
                  <a:lnTo>
                    <a:pt x="255" y="83"/>
                  </a:lnTo>
                  <a:lnTo>
                    <a:pt x="238" y="72"/>
                  </a:lnTo>
                  <a:lnTo>
                    <a:pt x="219" y="62"/>
                  </a:lnTo>
                  <a:lnTo>
                    <a:pt x="201" y="52"/>
                  </a:lnTo>
                  <a:lnTo>
                    <a:pt x="181" y="42"/>
                  </a:lnTo>
                  <a:lnTo>
                    <a:pt x="160" y="34"/>
                  </a:lnTo>
                  <a:lnTo>
                    <a:pt x="138" y="27"/>
                  </a:lnTo>
                  <a:lnTo>
                    <a:pt x="117" y="21"/>
                  </a:lnTo>
                  <a:lnTo>
                    <a:pt x="95" y="15"/>
                  </a:lnTo>
                  <a:lnTo>
                    <a:pt x="72" y="10"/>
                  </a:lnTo>
                  <a:lnTo>
                    <a:pt x="49" y="6"/>
                  </a:lnTo>
                  <a:lnTo>
                    <a:pt x="24" y="2"/>
                  </a:lnTo>
                  <a:lnTo>
                    <a:pt x="0" y="0"/>
                  </a:lnTo>
                  <a:lnTo>
                    <a:pt x="6" y="83"/>
                  </a:lnTo>
                  <a:lnTo>
                    <a:pt x="28" y="85"/>
                  </a:lnTo>
                  <a:lnTo>
                    <a:pt x="50" y="90"/>
                  </a:lnTo>
                  <a:lnTo>
                    <a:pt x="72" y="94"/>
                  </a:lnTo>
                  <a:lnTo>
                    <a:pt x="92" y="99"/>
                  </a:lnTo>
                  <a:lnTo>
                    <a:pt x="112" y="105"/>
                  </a:lnTo>
                  <a:lnTo>
                    <a:pt x="132" y="112"/>
                  </a:lnTo>
                  <a:lnTo>
                    <a:pt x="150" y="120"/>
                  </a:lnTo>
                  <a:lnTo>
                    <a:pt x="168" y="128"/>
                  </a:lnTo>
                  <a:lnTo>
                    <a:pt x="185" y="137"/>
                  </a:lnTo>
                  <a:lnTo>
                    <a:pt x="201" y="146"/>
                  </a:lnTo>
                  <a:lnTo>
                    <a:pt x="216" y="157"/>
                  </a:lnTo>
                  <a:lnTo>
                    <a:pt x="229" y="167"/>
                  </a:lnTo>
                  <a:lnTo>
                    <a:pt x="242" y="178"/>
                  </a:lnTo>
                  <a:lnTo>
                    <a:pt x="254" y="190"/>
                  </a:lnTo>
                  <a:lnTo>
                    <a:pt x="264" y="203"/>
                  </a:lnTo>
                  <a:lnTo>
                    <a:pt x="273" y="215"/>
                  </a:lnTo>
                  <a:lnTo>
                    <a:pt x="261" y="206"/>
                  </a:lnTo>
                  <a:lnTo>
                    <a:pt x="247" y="197"/>
                  </a:lnTo>
                  <a:lnTo>
                    <a:pt x="233" y="188"/>
                  </a:lnTo>
                  <a:lnTo>
                    <a:pt x="218" y="180"/>
                  </a:lnTo>
                  <a:lnTo>
                    <a:pt x="203" y="171"/>
                  </a:lnTo>
                  <a:lnTo>
                    <a:pt x="187" y="165"/>
                  </a:lnTo>
                  <a:lnTo>
                    <a:pt x="171" y="158"/>
                  </a:lnTo>
                  <a:lnTo>
                    <a:pt x="155" y="152"/>
                  </a:lnTo>
                  <a:lnTo>
                    <a:pt x="137" y="146"/>
                  </a:lnTo>
                  <a:lnTo>
                    <a:pt x="120" y="140"/>
                  </a:lnTo>
                  <a:lnTo>
                    <a:pt x="102" y="136"/>
                  </a:lnTo>
                  <a:lnTo>
                    <a:pt x="83" y="131"/>
                  </a:lnTo>
                  <a:lnTo>
                    <a:pt x="65" y="128"/>
                  </a:lnTo>
                  <a:lnTo>
                    <a:pt x="46" y="124"/>
                  </a:lnTo>
                  <a:lnTo>
                    <a:pt x="27" y="122"/>
                  </a:lnTo>
                  <a:lnTo>
                    <a:pt x="7" y="120"/>
                  </a:lnTo>
                  <a:lnTo>
                    <a:pt x="13" y="203"/>
                  </a:lnTo>
                  <a:lnTo>
                    <a:pt x="32" y="205"/>
                  </a:lnTo>
                  <a:lnTo>
                    <a:pt x="51" y="208"/>
                  </a:lnTo>
                  <a:lnTo>
                    <a:pt x="69" y="213"/>
                  </a:lnTo>
                  <a:lnTo>
                    <a:pt x="88" y="216"/>
                  </a:lnTo>
                  <a:lnTo>
                    <a:pt x="105" y="222"/>
                  </a:lnTo>
                  <a:lnTo>
                    <a:pt x="122" y="228"/>
                  </a:lnTo>
                  <a:lnTo>
                    <a:pt x="140" y="234"/>
                  </a:lnTo>
                  <a:lnTo>
                    <a:pt x="156" y="241"/>
                  </a:lnTo>
                  <a:lnTo>
                    <a:pt x="171" y="248"/>
                  </a:lnTo>
                  <a:lnTo>
                    <a:pt x="186" y="256"/>
                  </a:lnTo>
                  <a:lnTo>
                    <a:pt x="200" y="264"/>
                  </a:lnTo>
                  <a:lnTo>
                    <a:pt x="212" y="272"/>
                  </a:lnTo>
                  <a:lnTo>
                    <a:pt x="225" y="281"/>
                  </a:lnTo>
                  <a:lnTo>
                    <a:pt x="236" y="290"/>
                  </a:lnTo>
                  <a:lnTo>
                    <a:pt x="247" y="301"/>
                  </a:lnTo>
                  <a:lnTo>
                    <a:pt x="256" y="311"/>
                  </a:lnTo>
                  <a:lnTo>
                    <a:pt x="372" y="311"/>
                  </a:lnTo>
                  <a:lnTo>
                    <a:pt x="383" y="301"/>
                  </a:lnTo>
                  <a:lnTo>
                    <a:pt x="393" y="290"/>
                  </a:lnTo>
                  <a:lnTo>
                    <a:pt x="405" y="281"/>
                  </a:lnTo>
                  <a:lnTo>
                    <a:pt x="417" y="271"/>
                  </a:lnTo>
                  <a:lnTo>
                    <a:pt x="431" y="262"/>
                  </a:lnTo>
                  <a:lnTo>
                    <a:pt x="445" y="254"/>
                  </a:lnTo>
                  <a:lnTo>
                    <a:pt x="460" y="246"/>
                  </a:lnTo>
                  <a:lnTo>
                    <a:pt x="476" y="238"/>
                  </a:lnTo>
                  <a:lnTo>
                    <a:pt x="492" y="233"/>
                  </a:lnTo>
                  <a:lnTo>
                    <a:pt x="509" y="226"/>
                  </a:lnTo>
                  <a:lnTo>
                    <a:pt x="528" y="220"/>
                  </a:lnTo>
                  <a:lnTo>
                    <a:pt x="545" y="215"/>
                  </a:lnTo>
                  <a:lnTo>
                    <a:pt x="564" y="211"/>
                  </a:lnTo>
                  <a:lnTo>
                    <a:pt x="583" y="207"/>
                  </a:lnTo>
                  <a:lnTo>
                    <a:pt x="603" y="204"/>
                  </a:lnTo>
                  <a:lnTo>
                    <a:pt x="622" y="201"/>
                  </a:lnTo>
                  <a:lnTo>
                    <a:pt x="598" y="122"/>
                  </a:lnTo>
                  <a:lnTo>
                    <a:pt x="581" y="124"/>
                  </a:lnTo>
                  <a:lnTo>
                    <a:pt x="564" y="128"/>
                  </a:lnTo>
                  <a:lnTo>
                    <a:pt x="546" y="131"/>
                  </a:lnTo>
                  <a:lnTo>
                    <a:pt x="529" y="135"/>
                  </a:lnTo>
                  <a:lnTo>
                    <a:pt x="513" y="139"/>
                  </a:lnTo>
                  <a:lnTo>
                    <a:pt x="496" y="144"/>
                  </a:lnTo>
                  <a:lnTo>
                    <a:pt x="481" y="150"/>
                  </a:lnTo>
                  <a:lnTo>
                    <a:pt x="465" y="154"/>
                  </a:lnTo>
                  <a:lnTo>
                    <a:pt x="450" y="161"/>
                  </a:lnTo>
                  <a:lnTo>
                    <a:pt x="435" y="168"/>
                  </a:lnTo>
                  <a:lnTo>
                    <a:pt x="420" y="175"/>
                  </a:lnTo>
                  <a:lnTo>
                    <a:pt x="406" y="182"/>
                  </a:lnTo>
                  <a:lnTo>
                    <a:pt x="392" y="190"/>
                  </a:lnTo>
                  <a:lnTo>
                    <a:pt x="379" y="198"/>
                  </a:lnTo>
                  <a:lnTo>
                    <a:pt x="367" y="206"/>
                  </a:lnTo>
                  <a:lnTo>
                    <a:pt x="355" y="215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  <p:sp>
        <p:nvSpPr>
          <p:cNvPr id="40" name="TextBox 39">
            <a:extLst>
              <a:ext uri="{FF2B5EF4-FFF2-40B4-BE49-F238E27FC236}">
                <a16:creationId xmlns:a16="http://schemas.microsoft.com/office/drawing/2014/main" id="{BEB5FEE5-8F9B-4840-BCF7-01FC54B45D7A}"/>
              </a:ext>
            </a:extLst>
          </p:cNvPr>
          <p:cNvSpPr txBox="1"/>
          <p:nvPr/>
        </p:nvSpPr>
        <p:spPr>
          <a:xfrm>
            <a:off x="6504929" y="3648587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공부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ko-KR" altLang="en-US" dirty="0" err="1">
                <a:solidFill>
                  <a:schemeClr val="accent5">
                    <a:lumMod val="75000"/>
                  </a:schemeClr>
                </a:solidFill>
              </a:rPr>
              <a:t>안함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317FAFA-7E8E-48BF-A0B6-0AD2F708D982}"/>
              </a:ext>
            </a:extLst>
          </p:cNvPr>
          <p:cNvSpPr txBox="1"/>
          <p:nvPr/>
        </p:nvSpPr>
        <p:spPr>
          <a:xfrm>
            <a:off x="6848873" y="2862769"/>
            <a:ext cx="415498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/>
              <a:t>끝</a:t>
            </a:r>
            <a:endParaRPr lang="en-US" altLang="ko-KR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D35DDFC-373D-4A14-B053-FB17E9EDE73E}"/>
              </a:ext>
            </a:extLst>
          </p:cNvPr>
          <p:cNvSpPr txBox="1"/>
          <p:nvPr/>
        </p:nvSpPr>
        <p:spPr>
          <a:xfrm>
            <a:off x="5147607" y="3720025"/>
            <a:ext cx="87716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공부만</a:t>
            </a:r>
            <a:endParaRPr lang="en-US" altLang="ko-KR" dirty="0">
              <a:solidFill>
                <a:schemeClr val="accent5">
                  <a:lumMod val="75000"/>
                </a:schemeClr>
              </a:solidFill>
            </a:endParaRPr>
          </a:p>
          <a:p>
            <a:r>
              <a:rPr lang="ko-KR" altLang="en-US" dirty="0">
                <a:solidFill>
                  <a:schemeClr val="accent5">
                    <a:lumMod val="75000"/>
                  </a:schemeClr>
                </a:solidFill>
              </a:rPr>
              <a:t>계속</a:t>
            </a:r>
            <a:r>
              <a:rPr lang="en-US" altLang="ko-KR" dirty="0">
                <a:solidFill>
                  <a:schemeClr val="accent5">
                    <a:lumMod val="75000"/>
                  </a:schemeClr>
                </a:solidFill>
              </a:rPr>
              <a:t>…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276A81A-9346-4416-85BE-4A400F4F5147}"/>
              </a:ext>
            </a:extLst>
          </p:cNvPr>
          <p:cNvSpPr txBox="1"/>
          <p:nvPr/>
        </p:nvSpPr>
        <p:spPr>
          <a:xfrm>
            <a:off x="8188878" y="3767510"/>
            <a:ext cx="2786082" cy="610616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628650" lvl="1" indent="-171450">
              <a:lnSpc>
                <a:spcPct val="150000"/>
              </a:lnSpc>
            </a:pPr>
            <a:r>
              <a:rPr lang="en-US" altLang="ko-KR" sz="1200" dirty="0">
                <a:solidFill>
                  <a:srgbClr val="00B050"/>
                </a:solidFill>
                <a:latin typeface="+mn-ea"/>
                <a:ea typeface="+mn-ea"/>
              </a:rPr>
              <a:t>while </a:t>
            </a:r>
            <a:r>
              <a:rPr lang="ko-KR" altLang="en-US" sz="1200" dirty="0">
                <a:solidFill>
                  <a:srgbClr val="00B050"/>
                </a:solidFill>
                <a:latin typeface="+mn-ea"/>
                <a:ea typeface="+mn-ea"/>
              </a:rPr>
              <a:t>현재시간 </a:t>
            </a:r>
            <a:r>
              <a:rPr lang="en-US" altLang="ko-KR" sz="1200" dirty="0">
                <a:solidFill>
                  <a:srgbClr val="00B050"/>
                </a:solidFill>
                <a:latin typeface="+mn-ea"/>
                <a:ea typeface="+mn-ea"/>
              </a:rPr>
              <a:t>&lt;=5</a:t>
            </a:r>
            <a:r>
              <a:rPr lang="ko-KR" altLang="en-US" sz="1200" dirty="0">
                <a:solidFill>
                  <a:srgbClr val="00B050"/>
                </a:solidFill>
                <a:latin typeface="+mn-ea"/>
                <a:ea typeface="+mn-ea"/>
              </a:rPr>
              <a:t>시 </a:t>
            </a:r>
            <a:r>
              <a:rPr lang="en-US" altLang="ko-KR" sz="1200" dirty="0">
                <a:solidFill>
                  <a:srgbClr val="00B050"/>
                </a:solidFill>
                <a:latin typeface="+mn-ea"/>
                <a:ea typeface="+mn-ea"/>
              </a:rPr>
              <a:t>10</a:t>
            </a:r>
            <a:r>
              <a:rPr lang="ko-KR" altLang="en-US" sz="1200" dirty="0">
                <a:solidFill>
                  <a:srgbClr val="00B050"/>
                </a:solidFill>
                <a:latin typeface="+mn-ea"/>
                <a:ea typeface="+mn-ea"/>
              </a:rPr>
              <a:t>분</a:t>
            </a:r>
            <a:endParaRPr lang="en-US" altLang="ko-KR" sz="1200" dirty="0">
              <a:solidFill>
                <a:srgbClr val="00B050"/>
              </a:solidFill>
              <a:latin typeface="+mn-ea"/>
              <a:ea typeface="+mn-ea"/>
            </a:endParaRPr>
          </a:p>
          <a:p>
            <a:pPr marL="628650" lvl="1" indent="-171450">
              <a:lnSpc>
                <a:spcPct val="150000"/>
              </a:lnSpc>
            </a:pPr>
            <a:r>
              <a:rPr lang="en-US" altLang="ko-KR" sz="1200" dirty="0">
                <a:solidFill>
                  <a:srgbClr val="00B050"/>
                </a:solidFill>
                <a:latin typeface="+mn-ea"/>
              </a:rPr>
              <a:t>      </a:t>
            </a:r>
            <a:r>
              <a:rPr lang="ko-KR" altLang="en-US" sz="1200" dirty="0">
                <a:solidFill>
                  <a:srgbClr val="00B050"/>
                </a:solidFill>
                <a:latin typeface="+mn-ea"/>
              </a:rPr>
              <a:t>공부</a:t>
            </a:r>
            <a:r>
              <a:rPr lang="en-US" altLang="ko-KR" sz="1200" dirty="0">
                <a:solidFill>
                  <a:srgbClr val="00B050"/>
                </a:solidFill>
                <a:latin typeface="+mn-ea"/>
              </a:rPr>
              <a:t>!!</a:t>
            </a:r>
            <a:endParaRPr lang="en-US" altLang="ko-KR" sz="1200" dirty="0">
              <a:solidFill>
                <a:srgbClr val="00B05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972295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E3EE1C-F862-4F19-8436-8D186DA57A6C}"/>
              </a:ext>
            </a:extLst>
          </p:cNvPr>
          <p:cNvSpPr txBox="1"/>
          <p:nvPr/>
        </p:nvSpPr>
        <p:spPr>
          <a:xfrm>
            <a:off x="663092" y="977531"/>
            <a:ext cx="5682965" cy="1060355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2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en-US" altLang="ko-KR" sz="1600" b="1" dirty="0">
                <a:solidFill>
                  <a:srgbClr val="FFC000"/>
                </a:solidFill>
                <a:latin typeface="+mn-ea"/>
                <a:ea typeface="+mn-ea"/>
              </a:rPr>
              <a:t>while</a:t>
            </a:r>
            <a:r>
              <a:rPr lang="ko-KR" altLang="en-US" sz="1600" b="1" dirty="0">
                <a:solidFill>
                  <a:srgbClr val="FFC000"/>
                </a:solidFill>
                <a:latin typeface="+mn-ea"/>
                <a:ea typeface="+mn-ea"/>
              </a:rPr>
              <a:t> </a:t>
            </a:r>
            <a:r>
              <a:rPr lang="en-US" altLang="ko-KR" sz="1600" b="1" dirty="0">
                <a:solidFill>
                  <a:srgbClr val="FFC000"/>
                </a:solidFill>
                <a:latin typeface="+mn-ea"/>
                <a:ea typeface="+mn-ea"/>
              </a:rPr>
              <a:t>1:</a:t>
            </a:r>
            <a:endParaRPr lang="en-US" altLang="ko-KR" sz="16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+mn-ea"/>
                <a:ea typeface="+mn-ea"/>
              </a:rPr>
              <a:t>     실행명령</a:t>
            </a:r>
            <a:endParaRPr lang="en-US" altLang="ko-KR" sz="1600" dirty="0"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F3F51C-EAAD-48A7-89ED-477576BDABB3}"/>
              </a:ext>
            </a:extLst>
          </p:cNvPr>
          <p:cNvSpPr/>
          <p:nvPr/>
        </p:nvSpPr>
        <p:spPr>
          <a:xfrm>
            <a:off x="1020282" y="1263284"/>
            <a:ext cx="3000396" cy="714380"/>
          </a:xfrm>
          <a:prstGeom prst="rect">
            <a:avLst/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6EF46-5324-42F2-99DE-2C1986C3D10B}"/>
              </a:ext>
            </a:extLst>
          </p:cNvPr>
          <p:cNvSpPr txBox="1"/>
          <p:nvPr/>
        </p:nvSpPr>
        <p:spPr>
          <a:xfrm>
            <a:off x="357158" y="428604"/>
            <a:ext cx="1197764" cy="4127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dirty="0">
                <a:latin typeface="+mn-ea"/>
              </a:rPr>
              <a:t>무한 </a:t>
            </a:r>
            <a:r>
              <a:rPr lang="en-US" altLang="ko-KR" dirty="0">
                <a:latin typeface="+mn-ea"/>
              </a:rPr>
              <a:t>loop</a:t>
            </a:r>
            <a:endParaRPr lang="ko-KR" altLang="en-US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3A6C1-3B54-4449-8B22-F1E2B940E065}"/>
              </a:ext>
            </a:extLst>
          </p:cNvPr>
          <p:cNvSpPr txBox="1"/>
          <p:nvPr/>
        </p:nvSpPr>
        <p:spPr>
          <a:xfrm>
            <a:off x="663092" y="977531"/>
            <a:ext cx="5198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ko-KR" altLang="en-US" sz="1400" dirty="0">
                <a:latin typeface="+mn-ea"/>
              </a:rPr>
              <a:t>조건식이 계속 참이 되는 경우  영역을 무한 </a:t>
            </a:r>
            <a:r>
              <a:rPr lang="ko-KR" altLang="en-US" sz="1400" dirty="0" err="1">
                <a:latin typeface="+mn-ea"/>
              </a:rPr>
              <a:t>반복수행하게</a:t>
            </a:r>
            <a:r>
              <a:rPr lang="ko-KR" altLang="en-US" sz="1400" dirty="0">
                <a:latin typeface="+mn-ea"/>
              </a:rPr>
              <a:t> 됨</a:t>
            </a:r>
            <a:r>
              <a:rPr lang="en-US" altLang="ko-KR" sz="1400" dirty="0">
                <a:latin typeface="+mn-ea"/>
              </a:rPr>
              <a:t>.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52955A-F2B5-4C9A-BAE9-267BE1A45186}"/>
              </a:ext>
            </a:extLst>
          </p:cNvPr>
          <p:cNvSpPr txBox="1"/>
          <p:nvPr/>
        </p:nvSpPr>
        <p:spPr>
          <a:xfrm>
            <a:off x="0" y="2238017"/>
            <a:ext cx="5572164" cy="276999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ko-KR" altLang="en-US" sz="1200" dirty="0"/>
              <a:t> </a:t>
            </a:r>
            <a:r>
              <a:rPr lang="en-US" altLang="ko-KR" sz="1200" dirty="0"/>
              <a:t>loop</a:t>
            </a:r>
            <a:r>
              <a:rPr lang="ko-KR" altLang="en-US" sz="1200" dirty="0"/>
              <a:t>에서 도중에 빠져나올 때 사용하는 명령 </a:t>
            </a:r>
            <a:r>
              <a:rPr lang="en-US" altLang="ko-KR" sz="1200" dirty="0"/>
              <a:t>- break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C36239D-A951-4B1A-8340-E2415F4728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7955" r="78810" b="3676"/>
          <a:stretch/>
        </p:blipFill>
        <p:spPr>
          <a:xfrm>
            <a:off x="478972" y="2681978"/>
            <a:ext cx="3541706" cy="16309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BDE18456-9818-4142-8360-24BF71313A9F}"/>
              </a:ext>
            </a:extLst>
          </p:cNvPr>
          <p:cNvCxnSpPr>
            <a:cxnSpLocks/>
          </p:cNvCxnSpPr>
          <p:nvPr/>
        </p:nvCxnSpPr>
        <p:spPr>
          <a:xfrm flipV="1">
            <a:off x="2525486" y="3381829"/>
            <a:ext cx="2177143" cy="47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181D9381-6441-4FE6-88CF-3C1CBF66F2EA}"/>
              </a:ext>
            </a:extLst>
          </p:cNvPr>
          <p:cNvSpPr txBox="1"/>
          <p:nvPr/>
        </p:nvSpPr>
        <p:spPr>
          <a:xfrm>
            <a:off x="4727568" y="3105834"/>
            <a:ext cx="600350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이렇게 </a:t>
            </a:r>
            <a:r>
              <a:rPr lang="en-US" altLang="ko-KR" dirty="0"/>
              <a:t>break</a:t>
            </a:r>
            <a:r>
              <a:rPr lang="ko-KR" altLang="en-US" dirty="0"/>
              <a:t>를 입력하면 </a:t>
            </a:r>
            <a:r>
              <a:rPr lang="en-US" altLang="ko-KR" dirty="0"/>
              <a:t>loop</a:t>
            </a:r>
            <a:r>
              <a:rPr lang="ko-KR" altLang="en-US" dirty="0"/>
              <a:t>는 </a:t>
            </a:r>
            <a:r>
              <a:rPr lang="en-US" altLang="ko-KR" dirty="0"/>
              <a:t>1</a:t>
            </a:r>
            <a:r>
              <a:rPr lang="ko-KR" altLang="en-US" dirty="0"/>
              <a:t>번만 실행되고 곧바로</a:t>
            </a:r>
            <a:endParaRPr lang="en-US" altLang="ko-KR" dirty="0"/>
          </a:p>
          <a:p>
            <a:r>
              <a:rPr lang="ko-KR" altLang="en-US" dirty="0"/>
              <a:t>종료됩니다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54" name="자유형: 도형 53">
            <a:extLst>
              <a:ext uri="{FF2B5EF4-FFF2-40B4-BE49-F238E27FC236}">
                <a16:creationId xmlns:a16="http://schemas.microsoft.com/office/drawing/2014/main" id="{F8518759-8C1F-40BE-9282-4EDD8CB51FEA}"/>
              </a:ext>
            </a:extLst>
          </p:cNvPr>
          <p:cNvSpPr/>
          <p:nvPr/>
        </p:nvSpPr>
        <p:spPr>
          <a:xfrm>
            <a:off x="865470" y="3614057"/>
            <a:ext cx="1006873" cy="450253"/>
          </a:xfrm>
          <a:custGeom>
            <a:avLst/>
            <a:gdLst>
              <a:gd name="connsiteX0" fmla="*/ 1006873 w 1006873"/>
              <a:gd name="connsiteY0" fmla="*/ 0 h 450253"/>
              <a:gd name="connsiteX1" fmla="*/ 948816 w 1006873"/>
              <a:gd name="connsiteY1" fmla="*/ 145143 h 450253"/>
              <a:gd name="connsiteX2" fmla="*/ 934301 w 1006873"/>
              <a:gd name="connsiteY2" fmla="*/ 203200 h 450253"/>
              <a:gd name="connsiteX3" fmla="*/ 890759 w 1006873"/>
              <a:gd name="connsiteY3" fmla="*/ 246743 h 450253"/>
              <a:gd name="connsiteX4" fmla="*/ 818187 w 1006873"/>
              <a:gd name="connsiteY4" fmla="*/ 348343 h 450253"/>
              <a:gd name="connsiteX5" fmla="*/ 760130 w 1006873"/>
              <a:gd name="connsiteY5" fmla="*/ 362857 h 450253"/>
              <a:gd name="connsiteX6" fmla="*/ 716587 w 1006873"/>
              <a:gd name="connsiteY6" fmla="*/ 377372 h 450253"/>
              <a:gd name="connsiteX7" fmla="*/ 5387 w 1006873"/>
              <a:gd name="connsiteY7" fmla="*/ 362857 h 450253"/>
              <a:gd name="connsiteX8" fmla="*/ 77959 w 1006873"/>
              <a:gd name="connsiteY8" fmla="*/ 333829 h 450253"/>
              <a:gd name="connsiteX9" fmla="*/ 121501 w 1006873"/>
              <a:gd name="connsiteY9" fmla="*/ 304800 h 450253"/>
              <a:gd name="connsiteX10" fmla="*/ 77959 w 1006873"/>
              <a:gd name="connsiteY10" fmla="*/ 406400 h 450253"/>
              <a:gd name="connsiteX11" fmla="*/ 48930 w 1006873"/>
              <a:gd name="connsiteY11" fmla="*/ 362857 h 4502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06873" h="450253">
                <a:moveTo>
                  <a:pt x="1006873" y="0"/>
                </a:moveTo>
                <a:cubicBezTo>
                  <a:pt x="984304" y="52661"/>
                  <a:pt x="963770" y="92805"/>
                  <a:pt x="948816" y="145143"/>
                </a:cubicBezTo>
                <a:cubicBezTo>
                  <a:pt x="943336" y="164323"/>
                  <a:pt x="944198" y="185880"/>
                  <a:pt x="934301" y="203200"/>
                </a:cubicBezTo>
                <a:cubicBezTo>
                  <a:pt x="924117" y="221022"/>
                  <a:pt x="902690" y="230040"/>
                  <a:pt x="890759" y="246743"/>
                </a:cubicBezTo>
                <a:cubicBezTo>
                  <a:pt x="856966" y="294054"/>
                  <a:pt x="872840" y="317113"/>
                  <a:pt x="818187" y="348343"/>
                </a:cubicBezTo>
                <a:cubicBezTo>
                  <a:pt x="800867" y="358240"/>
                  <a:pt x="779310" y="357377"/>
                  <a:pt x="760130" y="362857"/>
                </a:cubicBezTo>
                <a:cubicBezTo>
                  <a:pt x="745419" y="367060"/>
                  <a:pt x="731101" y="372534"/>
                  <a:pt x="716587" y="377372"/>
                </a:cubicBezTo>
                <a:cubicBezTo>
                  <a:pt x="479520" y="372534"/>
                  <a:pt x="241954" y="378987"/>
                  <a:pt x="5387" y="362857"/>
                </a:cubicBezTo>
                <a:cubicBezTo>
                  <a:pt x="-20607" y="361085"/>
                  <a:pt x="54656" y="345481"/>
                  <a:pt x="77959" y="333829"/>
                </a:cubicBezTo>
                <a:cubicBezTo>
                  <a:pt x="93561" y="326028"/>
                  <a:pt x="106987" y="314476"/>
                  <a:pt x="121501" y="304800"/>
                </a:cubicBezTo>
                <a:cubicBezTo>
                  <a:pt x="111754" y="402268"/>
                  <a:pt x="131624" y="513731"/>
                  <a:pt x="77959" y="406400"/>
                </a:cubicBezTo>
                <a:cubicBezTo>
                  <a:pt x="53893" y="358267"/>
                  <a:pt x="81280" y="362857"/>
                  <a:pt x="48930" y="362857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99363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E3EE1C-F862-4F19-8436-8D186DA57A6C}"/>
              </a:ext>
            </a:extLst>
          </p:cNvPr>
          <p:cNvSpPr txBox="1"/>
          <p:nvPr/>
        </p:nvSpPr>
        <p:spPr>
          <a:xfrm>
            <a:off x="663092" y="977531"/>
            <a:ext cx="5682965" cy="2168351"/>
          </a:xfrm>
          <a:prstGeom prst="rect">
            <a:avLst/>
          </a:prstGeom>
          <a:noFill/>
          <a:ln>
            <a:solidFill>
              <a:schemeClr val="tx2">
                <a:lumMod val="40000"/>
                <a:lumOff val="60000"/>
              </a:schemeClr>
            </a:solidFill>
          </a:ln>
        </p:spPr>
        <p:txBody>
          <a:bodyPr wrap="square" rtlCol="0">
            <a:spAutoFit/>
          </a:bodyPr>
          <a:lstStyle/>
          <a:p>
            <a:pPr marL="628650" lvl="1" indent="-171450">
              <a:lnSpc>
                <a:spcPct val="150000"/>
              </a:lnSpc>
              <a:buFont typeface="Arial" pitchFamily="34" charset="0"/>
              <a:buChar char="•"/>
            </a:pPr>
            <a:endParaRPr lang="en-US" altLang="ko-KR" sz="12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b="1" dirty="0">
                <a:solidFill>
                  <a:srgbClr val="FFC000"/>
                </a:solidFill>
                <a:latin typeface="+mn-ea"/>
                <a:ea typeface="+mn-ea"/>
              </a:rPr>
              <a:t>외부 </a:t>
            </a:r>
            <a:r>
              <a:rPr lang="en-US" altLang="ko-KR" sz="1600" b="1" dirty="0">
                <a:solidFill>
                  <a:srgbClr val="FFC000"/>
                </a:solidFill>
                <a:latin typeface="+mn-ea"/>
                <a:ea typeface="+mn-ea"/>
              </a:rPr>
              <a:t>loop</a:t>
            </a: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+mn-ea"/>
                <a:ea typeface="+mn-ea"/>
              </a:rPr>
              <a:t>    </a:t>
            </a:r>
            <a:r>
              <a:rPr lang="ko-KR" altLang="en-US" sz="1600" dirty="0">
                <a:latin typeface="+mn-ea"/>
              </a:rPr>
              <a:t>내부 </a:t>
            </a:r>
            <a:r>
              <a:rPr lang="en-US" altLang="ko-KR" sz="1600" dirty="0">
                <a:latin typeface="+mn-ea"/>
              </a:rPr>
              <a:t>loop</a:t>
            </a:r>
            <a:r>
              <a:rPr lang="ko-KR" altLang="en-US" sz="1600" dirty="0">
                <a:latin typeface="+mn-ea"/>
                <a:ea typeface="+mn-ea"/>
              </a:rPr>
              <a:t>    </a:t>
            </a:r>
            <a:endParaRPr lang="en-US" altLang="ko-KR" sz="1600" dirty="0">
              <a:latin typeface="+mn-ea"/>
              <a:ea typeface="+mn-ea"/>
            </a:endParaRPr>
          </a:p>
          <a:p>
            <a:pPr lvl="1">
              <a:lnSpc>
                <a:spcPct val="150000"/>
              </a:lnSpc>
            </a:pPr>
            <a:r>
              <a:rPr lang="ko-KR" altLang="en-US" sz="1600" dirty="0">
                <a:latin typeface="+mn-ea"/>
              </a:rPr>
              <a:t>         실행명령</a:t>
            </a:r>
            <a:endParaRPr lang="en-US" altLang="ko-KR" sz="16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latin typeface="+mn-ea"/>
            </a:endParaRPr>
          </a:p>
          <a:p>
            <a:pPr lvl="1">
              <a:lnSpc>
                <a:spcPct val="150000"/>
              </a:lnSpc>
            </a:pPr>
            <a:endParaRPr lang="en-US" altLang="ko-KR" sz="1600" dirty="0">
              <a:latin typeface="+mn-ea"/>
              <a:ea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28F3F51C-EAAD-48A7-89ED-477576BDABB3}"/>
              </a:ext>
            </a:extLst>
          </p:cNvPr>
          <p:cNvSpPr/>
          <p:nvPr/>
        </p:nvSpPr>
        <p:spPr>
          <a:xfrm>
            <a:off x="1020282" y="1263284"/>
            <a:ext cx="3000396" cy="1175116"/>
          </a:xfrm>
          <a:prstGeom prst="rect">
            <a:avLst/>
          </a:prstGeom>
          <a:noFill/>
          <a:ln w="952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96EF46-5324-42F2-99DE-2C1986C3D10B}"/>
              </a:ext>
            </a:extLst>
          </p:cNvPr>
          <p:cNvSpPr txBox="1"/>
          <p:nvPr/>
        </p:nvSpPr>
        <p:spPr>
          <a:xfrm>
            <a:off x="357158" y="428604"/>
            <a:ext cx="1197764" cy="41274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ko-KR" altLang="en-US" dirty="0">
                <a:latin typeface="+mn-ea"/>
              </a:rPr>
              <a:t>중첩 </a:t>
            </a:r>
            <a:r>
              <a:rPr lang="en-US" altLang="ko-KR" dirty="0">
                <a:latin typeface="+mn-ea"/>
              </a:rPr>
              <a:t>loop</a:t>
            </a:r>
            <a:endParaRPr lang="ko-KR" altLang="en-US" dirty="0">
              <a:latin typeface="+mn-e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73A6C1-3B54-4449-8B22-F1E2B940E065}"/>
              </a:ext>
            </a:extLst>
          </p:cNvPr>
          <p:cNvSpPr txBox="1"/>
          <p:nvPr/>
        </p:nvSpPr>
        <p:spPr>
          <a:xfrm>
            <a:off x="663092" y="977531"/>
            <a:ext cx="35910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buFont typeface="Wingdings" pitchFamily="2" charset="2"/>
              <a:buChar char="Ø"/>
            </a:pPr>
            <a:r>
              <a:rPr lang="en-US" altLang="ko-KR" sz="1400" dirty="0">
                <a:latin typeface="+mn-ea"/>
              </a:rPr>
              <a:t>loop </a:t>
            </a:r>
            <a:r>
              <a:rPr lang="ko-KR" altLang="en-US" sz="1400" dirty="0">
                <a:latin typeface="+mn-ea"/>
              </a:rPr>
              <a:t>안에 또 다른 </a:t>
            </a:r>
            <a:r>
              <a:rPr lang="en-US" altLang="ko-KR" sz="1400" dirty="0">
                <a:latin typeface="+mn-ea"/>
              </a:rPr>
              <a:t>loop</a:t>
            </a:r>
            <a:r>
              <a:rPr lang="ko-KR" altLang="en-US" sz="1400" dirty="0">
                <a:latin typeface="+mn-ea"/>
              </a:rPr>
              <a:t>가 존재하는 구조</a:t>
            </a:r>
            <a:endParaRPr lang="en-US" altLang="ko-KR" sz="1400" dirty="0">
              <a:latin typeface="+mn-ea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81D9381-6441-4FE6-88CF-3C1CBF66F2EA}"/>
              </a:ext>
            </a:extLst>
          </p:cNvPr>
          <p:cNvSpPr txBox="1"/>
          <p:nvPr/>
        </p:nvSpPr>
        <p:spPr>
          <a:xfrm>
            <a:off x="2169885" y="1372382"/>
            <a:ext cx="7875874" cy="36933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ko-KR" altLang="en-US" dirty="0"/>
              <a:t>외부 </a:t>
            </a:r>
            <a:r>
              <a:rPr lang="en-US" altLang="ko-KR" dirty="0"/>
              <a:t>loop</a:t>
            </a:r>
            <a:r>
              <a:rPr lang="ko-KR" altLang="en-US" dirty="0"/>
              <a:t>가 한 번 수행될 때 마다 내부 </a:t>
            </a:r>
            <a:r>
              <a:rPr lang="en-US" altLang="ko-KR" dirty="0"/>
              <a:t>loop</a:t>
            </a:r>
            <a:r>
              <a:rPr lang="ko-KR" altLang="en-US" dirty="0"/>
              <a:t>는  정해진 횟수만큼 반복수행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39566D68-E91B-4B19-BE5B-8FC957495520}"/>
              </a:ext>
            </a:extLst>
          </p:cNvPr>
          <p:cNvSpPr/>
          <p:nvPr/>
        </p:nvSpPr>
        <p:spPr>
          <a:xfrm>
            <a:off x="1436914" y="1741714"/>
            <a:ext cx="1465943" cy="696686"/>
          </a:xfrm>
          <a:prstGeom prst="rect">
            <a:avLst/>
          </a:pr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030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1288</TotalTime>
  <Words>639</Words>
  <Application>Microsoft Office PowerPoint</Application>
  <PresentationFormat>와이드스크린</PresentationFormat>
  <Paragraphs>133</Paragraphs>
  <Slides>10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4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hoonhee jung</dc:creator>
  <cp:lastModifiedBy>ICT01_02</cp:lastModifiedBy>
  <cp:revision>24</cp:revision>
  <dcterms:created xsi:type="dcterms:W3CDTF">2018-03-28T08:08:36Z</dcterms:created>
  <dcterms:modified xsi:type="dcterms:W3CDTF">2019-12-26T00:42:15Z</dcterms:modified>
</cp:coreProperties>
</file>